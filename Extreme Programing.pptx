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57" r:id="rId7"/>
    <p:sldId id="267" r:id="rId8"/>
    <p:sldId id="258" r:id="rId9"/>
    <p:sldId id="260" r:id="rId10"/>
    <p:sldId id="261" r:id="rId11"/>
    <p:sldId id="262" r:id="rId12"/>
    <p:sldId id="263" r:id="rId13"/>
    <p:sldId id="264" r:id="rId14"/>
    <p:sldId id="268" r:id="rId15"/>
    <p:sldId id="265" r:id="rId16"/>
    <p:sldId id="266" r:id="rId17"/>
    <p:sldId id="269" r:id="rId18"/>
    <p:sldId id="274" r:id="rId19"/>
    <p:sldId id="277" r:id="rId20"/>
    <p:sldId id="278" r:id="rId21"/>
    <p:sldId id="279" r:id="rId22"/>
    <p:sldId id="280" r:id="rId23"/>
    <p:sldId id="281" r:id="rId24"/>
    <p:sldId id="275" r:id="rId25"/>
    <p:sldId id="276" r:id="rId26"/>
    <p:sldId id="270" r:id="rId27"/>
    <p:sldId id="271" r:id="rId28"/>
    <p:sldId id="272" r:id="rId29"/>
    <p:sldId id="273" r:id="rId3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BEC37-174C-B2C3-DF49-FF2F8F276E1B}" v="20" dt="2026-01-27T05:41:44.246"/>
    <p1510:client id="{A0C24439-5C2A-49F3-9F5B-9F212A22E1A7}" v="17" dt="2026-01-27T05:50:08.056"/>
    <p1510:client id="{FAFAB945-5347-4853-9AED-2BFF6283AEB6}" v="50" dt="2026-01-27T05:48:10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SHINORI YAMADA" userId="8691c46a-bb53-45c1-8c59-f5aca59e1ee5" providerId="ADAL" clId="{A0C24439-5C2A-49F3-9F5B-9F212A22E1A7}"/>
    <pc:docChg chg="modSld">
      <pc:chgData name="YOSHINORI YAMADA" userId="8691c46a-bb53-45c1-8c59-f5aca59e1ee5" providerId="ADAL" clId="{A0C24439-5C2A-49F3-9F5B-9F212A22E1A7}" dt="2026-01-27T05:50:08.056" v="16" actId="1076"/>
      <pc:docMkLst>
        <pc:docMk/>
      </pc:docMkLst>
      <pc:sldChg chg="addSp modSp mod">
        <pc:chgData name="YOSHINORI YAMADA" userId="8691c46a-bb53-45c1-8c59-f5aca59e1ee5" providerId="ADAL" clId="{A0C24439-5C2A-49F3-9F5B-9F212A22E1A7}" dt="2026-01-27T05:50:08.056" v="16" actId="1076"/>
        <pc:sldMkLst>
          <pc:docMk/>
          <pc:sldMk cId="3831774129" sldId="274"/>
        </pc:sldMkLst>
        <pc:spChg chg="add mod">
          <ac:chgData name="YOSHINORI YAMADA" userId="8691c46a-bb53-45c1-8c59-f5aca59e1ee5" providerId="ADAL" clId="{A0C24439-5C2A-49F3-9F5B-9F212A22E1A7}" dt="2026-01-27T05:50:04.466" v="15" actId="1076"/>
          <ac:spMkLst>
            <pc:docMk/>
            <pc:sldMk cId="3831774129" sldId="274"/>
            <ac:spMk id="14" creationId="{886EAC2A-D25D-1990-3AC9-80D9B678656C}"/>
          </ac:spMkLst>
        </pc:spChg>
        <pc:spChg chg="add mod">
          <ac:chgData name="YOSHINORI YAMADA" userId="8691c46a-bb53-45c1-8c59-f5aca59e1ee5" providerId="ADAL" clId="{A0C24439-5C2A-49F3-9F5B-9F212A22E1A7}" dt="2026-01-27T05:50:04.466" v="15" actId="1076"/>
          <ac:spMkLst>
            <pc:docMk/>
            <pc:sldMk cId="3831774129" sldId="274"/>
            <ac:spMk id="15" creationId="{1B71834A-560F-C1F9-75B0-B843C3798E3F}"/>
          </ac:spMkLst>
        </pc:spChg>
        <pc:spChg chg="mod">
          <ac:chgData name="YOSHINORI YAMADA" userId="8691c46a-bb53-45c1-8c59-f5aca59e1ee5" providerId="ADAL" clId="{A0C24439-5C2A-49F3-9F5B-9F212A22E1A7}" dt="2026-01-27T05:47:39.914" v="4" actId="1076"/>
          <ac:spMkLst>
            <pc:docMk/>
            <pc:sldMk cId="3831774129" sldId="274"/>
            <ac:spMk id="30" creationId="{2C46B643-C344-7473-51D0-B60A84118FDA}"/>
          </ac:spMkLst>
        </pc:spChg>
        <pc:spChg chg="mod">
          <ac:chgData name="YOSHINORI YAMADA" userId="8691c46a-bb53-45c1-8c59-f5aca59e1ee5" providerId="ADAL" clId="{A0C24439-5C2A-49F3-9F5B-9F212A22E1A7}" dt="2026-01-27T05:48:07.673" v="7" actId="1076"/>
          <ac:spMkLst>
            <pc:docMk/>
            <pc:sldMk cId="3831774129" sldId="274"/>
            <ac:spMk id="36" creationId="{28C96E8C-E17F-E0EC-E323-9FAD056B5CFE}"/>
          </ac:spMkLst>
        </pc:spChg>
        <pc:spChg chg="mod">
          <ac:chgData name="YOSHINORI YAMADA" userId="8691c46a-bb53-45c1-8c59-f5aca59e1ee5" providerId="ADAL" clId="{A0C24439-5C2A-49F3-9F5B-9F212A22E1A7}" dt="2026-01-27T05:50:08.056" v="16" actId="1076"/>
          <ac:spMkLst>
            <pc:docMk/>
            <pc:sldMk cId="3831774129" sldId="274"/>
            <ac:spMk id="40" creationId="{8C95FB5A-5FF4-473C-B66E-35A2AA602D9A}"/>
          </ac:spMkLst>
        </pc:spChg>
        <pc:spChg chg="mod">
          <ac:chgData name="YOSHINORI YAMADA" userId="8691c46a-bb53-45c1-8c59-f5aca59e1ee5" providerId="ADAL" clId="{A0C24439-5C2A-49F3-9F5B-9F212A22E1A7}" dt="2026-01-27T05:50:08.056" v="16" actId="1076"/>
          <ac:spMkLst>
            <pc:docMk/>
            <pc:sldMk cId="3831774129" sldId="274"/>
            <ac:spMk id="41" creationId="{D0A57C03-1D52-FFC2-F44F-900F41F8396A}"/>
          </ac:spMkLst>
        </pc:spChg>
        <pc:cxnChg chg="add mod">
          <ac:chgData name="YOSHINORI YAMADA" userId="8691c46a-bb53-45c1-8c59-f5aca59e1ee5" providerId="ADAL" clId="{A0C24439-5C2A-49F3-9F5B-9F212A22E1A7}" dt="2026-01-27T05:50:04.466" v="15" actId="1076"/>
          <ac:cxnSpMkLst>
            <pc:docMk/>
            <pc:sldMk cId="3831774129" sldId="274"/>
            <ac:cxnSpMk id="16" creationId="{4CD0C370-FACF-D0C8-F74C-25BBDA538201}"/>
          </ac:cxnSpMkLst>
        </pc:cxnChg>
        <pc:cxnChg chg="mod">
          <ac:chgData name="YOSHINORI YAMADA" userId="8691c46a-bb53-45c1-8c59-f5aca59e1ee5" providerId="ADAL" clId="{A0C24439-5C2A-49F3-9F5B-9F212A22E1A7}" dt="2026-01-27T05:47:43.415" v="5" actId="14100"/>
          <ac:cxnSpMkLst>
            <pc:docMk/>
            <pc:sldMk cId="3831774129" sldId="274"/>
            <ac:cxnSpMk id="32" creationId="{84441EF6-9845-89A8-F9FF-2D748F711AA7}"/>
          </ac:cxnSpMkLst>
        </pc:cxnChg>
        <pc:cxnChg chg="mod">
          <ac:chgData name="YOSHINORI YAMADA" userId="8691c46a-bb53-45c1-8c59-f5aca59e1ee5" providerId="ADAL" clId="{A0C24439-5C2A-49F3-9F5B-9F212A22E1A7}" dt="2026-01-27T05:48:07.673" v="7" actId="1076"/>
          <ac:cxnSpMkLst>
            <pc:docMk/>
            <pc:sldMk cId="3831774129" sldId="274"/>
            <ac:cxnSpMk id="37" creationId="{32953680-EB53-22FA-36F7-C3EA7BD3C959}"/>
          </ac:cxnSpMkLst>
        </pc:cxnChg>
        <pc:cxnChg chg="mod">
          <ac:chgData name="YOSHINORI YAMADA" userId="8691c46a-bb53-45c1-8c59-f5aca59e1ee5" providerId="ADAL" clId="{A0C24439-5C2A-49F3-9F5B-9F212A22E1A7}" dt="2026-01-27T05:50:08.056" v="16" actId="1076"/>
          <ac:cxnSpMkLst>
            <pc:docMk/>
            <pc:sldMk cId="3831774129" sldId="274"/>
            <ac:cxnSpMk id="42" creationId="{8D6B8DAC-FD48-E126-93C2-A03C0D53A11C}"/>
          </ac:cxnSpMkLst>
        </pc:cxnChg>
      </pc:sldChg>
    </pc:docChg>
  </pc:docChgLst>
  <pc:docChgLst>
    <pc:chgData name="NORITO IWAMURO" userId="S::iwamuro.norito@jgc.com::cdacb19d-7880-419d-9e83-1c43e59ce585" providerId="AD" clId="Web-{ABDAF585-9F06-A54A-376D-A017FD13F4A6}"/>
    <pc:docChg chg="sldOrd">
      <pc:chgData name="NORITO IWAMURO" userId="S::iwamuro.norito@jgc.com::cdacb19d-7880-419d-9e83-1c43e59ce585" providerId="AD" clId="Web-{ABDAF585-9F06-A54A-376D-A017FD13F4A6}" dt="2025-10-30T07:12:43.846" v="1"/>
      <pc:docMkLst>
        <pc:docMk/>
      </pc:docMkLst>
      <pc:sldChg chg="ord">
        <pc:chgData name="NORITO IWAMURO" userId="S::iwamuro.norito@jgc.com::cdacb19d-7880-419d-9e83-1c43e59ce585" providerId="AD" clId="Web-{ABDAF585-9F06-A54A-376D-A017FD13F4A6}" dt="2025-10-30T07:12:43.846" v="1"/>
        <pc:sldMkLst>
          <pc:docMk/>
          <pc:sldMk cId="359889513" sldId="268"/>
        </pc:sldMkLst>
      </pc:sldChg>
    </pc:docChg>
  </pc:docChgLst>
  <pc:docChgLst>
    <pc:chgData name="NORITO IWAMURO" userId="S::iwamuro.norito@jgc.com::cdacb19d-7880-419d-9e83-1c43e59ce585" providerId="AD" clId="Web-{362BEC37-174C-B2C3-DF49-FF2F8F276E1B}"/>
    <pc:docChg chg="addSld modSld">
      <pc:chgData name="NORITO IWAMURO" userId="S::iwamuro.norito@jgc.com::cdacb19d-7880-419d-9e83-1c43e59ce585" providerId="AD" clId="Web-{362BEC37-174C-B2C3-DF49-FF2F8F276E1B}" dt="2026-01-27T05:41:44.246" v="19" actId="1076"/>
      <pc:docMkLst>
        <pc:docMk/>
      </pc:docMkLst>
      <pc:sldChg chg="addSp modSp">
        <pc:chgData name="NORITO IWAMURO" userId="S::iwamuro.norito@jgc.com::cdacb19d-7880-419d-9e83-1c43e59ce585" providerId="AD" clId="Web-{362BEC37-174C-B2C3-DF49-FF2F8F276E1B}" dt="2026-01-27T05:40:11.495" v="1" actId="1076"/>
        <pc:sldMkLst>
          <pc:docMk/>
          <pc:sldMk cId="3792856538" sldId="272"/>
        </pc:sldMkLst>
        <pc:spChg chg="add mod">
          <ac:chgData name="NORITO IWAMURO" userId="S::iwamuro.norito@jgc.com::cdacb19d-7880-419d-9e83-1c43e59ce585" providerId="AD" clId="Web-{362BEC37-174C-B2C3-DF49-FF2F8F276E1B}" dt="2026-01-27T05:40:11.495" v="1" actId="1076"/>
          <ac:spMkLst>
            <pc:docMk/>
            <pc:sldMk cId="3792856538" sldId="272"/>
            <ac:spMk id="2" creationId="{8A3E6135-13E7-5259-6455-9130B00A4D10}"/>
          </ac:spMkLst>
        </pc:spChg>
      </pc:sldChg>
      <pc:sldChg chg="addSp modSp new">
        <pc:chgData name="NORITO IWAMURO" userId="S::iwamuro.norito@jgc.com::cdacb19d-7880-419d-9e83-1c43e59ce585" providerId="AD" clId="Web-{362BEC37-174C-B2C3-DF49-FF2F8F276E1B}" dt="2026-01-27T05:41:44.246" v="19" actId="1076"/>
        <pc:sldMkLst>
          <pc:docMk/>
          <pc:sldMk cId="3831774129" sldId="274"/>
        </pc:sldMkLst>
        <pc:spChg chg="add">
          <ac:chgData name="NORITO IWAMURO" userId="S::iwamuro.norito@jgc.com::cdacb19d-7880-419d-9e83-1c43e59ce585" providerId="AD" clId="Web-{362BEC37-174C-B2C3-DF49-FF2F8F276E1B}" dt="2026-01-27T05:41:09.839" v="4"/>
          <ac:spMkLst>
            <pc:docMk/>
            <pc:sldMk cId="3831774129" sldId="274"/>
            <ac:spMk id="3" creationId="{6F450A96-CA42-63A3-DE98-EC1D67B9C3B9}"/>
          </ac:spMkLst>
        </pc:spChg>
        <pc:spChg chg="add">
          <ac:chgData name="NORITO IWAMURO" userId="S::iwamuro.norito@jgc.com::cdacb19d-7880-419d-9e83-1c43e59ce585" providerId="AD" clId="Web-{362BEC37-174C-B2C3-DF49-FF2F8F276E1B}" dt="2026-01-27T05:41:09.839" v="5"/>
          <ac:spMkLst>
            <pc:docMk/>
            <pc:sldMk cId="3831774129" sldId="274"/>
            <ac:spMk id="5" creationId="{D54C5086-1A03-9683-BD9F-C2C81126A817}"/>
          </ac:spMkLst>
        </pc:spChg>
        <pc:spChg chg="add">
          <ac:chgData name="NORITO IWAMURO" userId="S::iwamuro.norito@jgc.com::cdacb19d-7880-419d-9e83-1c43e59ce585" providerId="AD" clId="Web-{362BEC37-174C-B2C3-DF49-FF2F8F276E1B}" dt="2026-01-27T05:41:09.854" v="7"/>
          <ac:spMkLst>
            <pc:docMk/>
            <pc:sldMk cId="3831774129" sldId="274"/>
            <ac:spMk id="9" creationId="{146E1CA9-DEC3-A9F2-0888-9B9AB6B5CC75}"/>
          </ac:spMkLst>
        </pc:spChg>
        <pc:spChg chg="add mod">
          <ac:chgData name="NORITO IWAMURO" userId="S::iwamuro.norito@jgc.com::cdacb19d-7880-419d-9e83-1c43e59ce585" providerId="AD" clId="Web-{362BEC37-174C-B2C3-DF49-FF2F8F276E1B}" dt="2026-01-27T05:41:44.246" v="19" actId="1076"/>
          <ac:spMkLst>
            <pc:docMk/>
            <pc:sldMk cId="3831774129" sldId="274"/>
            <ac:spMk id="10" creationId="{9205BADB-684C-693D-C9B5-C22F71008973}"/>
          </ac:spMkLst>
        </pc:spChg>
        <pc:spChg chg="add mod">
          <ac:chgData name="NORITO IWAMURO" userId="S::iwamuro.norito@jgc.com::cdacb19d-7880-419d-9e83-1c43e59ce585" providerId="AD" clId="Web-{362BEC37-174C-B2C3-DF49-FF2F8F276E1B}" dt="2026-01-27T05:41:20.401" v="13" actId="1076"/>
          <ac:spMkLst>
            <pc:docMk/>
            <pc:sldMk cId="3831774129" sldId="274"/>
            <ac:spMk id="11" creationId="{35D923BE-7B9F-6B94-87B2-B4B2F26D73A9}"/>
          </ac:spMkLst>
        </pc:spChg>
        <pc:spChg chg="add mod">
          <ac:chgData name="NORITO IWAMURO" userId="S::iwamuro.norito@jgc.com::cdacb19d-7880-419d-9e83-1c43e59ce585" providerId="AD" clId="Web-{362BEC37-174C-B2C3-DF49-FF2F8F276E1B}" dt="2026-01-27T05:41:20.417" v="15" actId="1076"/>
          <ac:spMkLst>
            <pc:docMk/>
            <pc:sldMk cId="3831774129" sldId="274"/>
            <ac:spMk id="13" creationId="{AD006A46-03AC-F587-8F5E-04384A9F3518}"/>
          </ac:spMkLst>
        </pc:spChg>
        <pc:cxnChg chg="add">
          <ac:chgData name="NORITO IWAMURO" userId="S::iwamuro.norito@jgc.com::cdacb19d-7880-419d-9e83-1c43e59ce585" providerId="AD" clId="Web-{362BEC37-174C-B2C3-DF49-FF2F8F276E1B}" dt="2026-01-27T05:41:09.854" v="6"/>
          <ac:cxnSpMkLst>
            <pc:docMk/>
            <pc:sldMk cId="3831774129" sldId="274"/>
            <ac:cxnSpMk id="7" creationId="{98074559-336F-1AC0-26F0-B8C0442F3811}"/>
          </ac:cxnSpMkLst>
        </pc:cxnChg>
        <pc:cxnChg chg="add mod">
          <ac:chgData name="NORITO IWAMURO" userId="S::iwamuro.norito@jgc.com::cdacb19d-7880-419d-9e83-1c43e59ce585" providerId="AD" clId="Web-{362BEC37-174C-B2C3-DF49-FF2F8F276E1B}" dt="2026-01-27T05:41:40.449" v="18" actId="14100"/>
          <ac:cxnSpMkLst>
            <pc:docMk/>
            <pc:sldMk cId="3831774129" sldId="274"/>
            <ac:cxnSpMk id="12" creationId="{E677E2A5-E282-DCC2-9268-68B762389A30}"/>
          </ac:cxnSpMkLst>
        </pc:cxnChg>
      </pc:sldChg>
      <pc:sldChg chg="new">
        <pc:chgData name="NORITO IWAMURO" userId="S::iwamuro.norito@jgc.com::cdacb19d-7880-419d-9e83-1c43e59ce585" providerId="AD" clId="Web-{362BEC37-174C-B2C3-DF49-FF2F8F276E1B}" dt="2026-01-27T05:41:04.042" v="3"/>
        <pc:sldMkLst>
          <pc:docMk/>
          <pc:sldMk cId="597019203" sldId="275"/>
        </pc:sldMkLst>
      </pc:sldChg>
    </pc:docChg>
  </pc:docChgLst>
  <pc:docChgLst>
    <pc:chgData name="NORITO IWAMURO" userId="cdacb19d-7880-419d-9e83-1c43e59ce585" providerId="ADAL" clId="{CCD558F6-5A2C-4A91-933D-37DCEB3AF10A}"/>
    <pc:docChg chg="undo custSel addSld modSld">
      <pc:chgData name="NORITO IWAMURO" userId="cdacb19d-7880-419d-9e83-1c43e59ce585" providerId="ADAL" clId="{CCD558F6-5A2C-4A91-933D-37DCEB3AF10A}" dt="2025-12-23T06:25:51.701" v="180" actId="1076"/>
      <pc:docMkLst>
        <pc:docMk/>
      </pc:docMkLst>
      <pc:sldChg chg="addSp delSp modSp new mod">
        <pc:chgData name="NORITO IWAMURO" userId="cdacb19d-7880-419d-9e83-1c43e59ce585" providerId="ADAL" clId="{CCD558F6-5A2C-4A91-933D-37DCEB3AF10A}" dt="2025-12-23T02:31:21.051" v="172" actId="14100"/>
        <pc:sldMkLst>
          <pc:docMk/>
          <pc:sldMk cId="2886917282" sldId="270"/>
        </pc:sldMkLst>
        <pc:spChg chg="add del mod">
          <ac:chgData name="NORITO IWAMURO" userId="cdacb19d-7880-419d-9e83-1c43e59ce585" providerId="ADAL" clId="{CCD558F6-5A2C-4A91-933D-37DCEB3AF10A}" dt="2025-12-23T02:20:25.345" v="45" actId="478"/>
          <ac:spMkLst>
            <pc:docMk/>
            <pc:sldMk cId="2886917282" sldId="270"/>
            <ac:spMk id="2" creationId="{FB14193B-8120-916A-1779-1262F2F80428}"/>
          </ac:spMkLst>
        </pc:spChg>
        <pc:spChg chg="add del mod">
          <ac:chgData name="NORITO IWAMURO" userId="cdacb19d-7880-419d-9e83-1c43e59ce585" providerId="ADAL" clId="{CCD558F6-5A2C-4A91-933D-37DCEB3AF10A}" dt="2025-12-23T02:20:25.345" v="45" actId="478"/>
          <ac:spMkLst>
            <pc:docMk/>
            <pc:sldMk cId="2886917282" sldId="270"/>
            <ac:spMk id="3" creationId="{38C12B33-A437-2A29-BD2D-BE97F3BD3BEC}"/>
          </ac:spMkLst>
        </pc:spChg>
        <pc:spChg chg="add mod">
          <ac:chgData name="NORITO IWAMURO" userId="cdacb19d-7880-419d-9e83-1c43e59ce585" providerId="ADAL" clId="{CCD558F6-5A2C-4A91-933D-37DCEB3AF10A}" dt="2025-12-23T02:16:45.561" v="7" actId="1076"/>
          <ac:spMkLst>
            <pc:docMk/>
            <pc:sldMk cId="2886917282" sldId="270"/>
            <ac:spMk id="6" creationId="{E9E4E206-6793-6ADD-54D2-1E6D6D805B6C}"/>
          </ac:spMkLst>
        </pc:spChg>
        <pc:spChg chg="add mod">
          <ac:chgData name="NORITO IWAMURO" userId="cdacb19d-7880-419d-9e83-1c43e59ce585" providerId="ADAL" clId="{CCD558F6-5A2C-4A91-933D-37DCEB3AF10A}" dt="2025-12-23T02:16:45.561" v="7" actId="1076"/>
          <ac:spMkLst>
            <pc:docMk/>
            <pc:sldMk cId="2886917282" sldId="270"/>
            <ac:spMk id="7" creationId="{5ED35408-5932-9AEE-F840-E4B99BF4ADA5}"/>
          </ac:spMkLst>
        </pc:spChg>
        <pc:spChg chg="add del mod">
          <ac:chgData name="NORITO IWAMURO" userId="cdacb19d-7880-419d-9e83-1c43e59ce585" providerId="ADAL" clId="{CCD558F6-5A2C-4A91-933D-37DCEB3AF10A}" dt="2025-12-23T02:17:09.809" v="14" actId="478"/>
          <ac:spMkLst>
            <pc:docMk/>
            <pc:sldMk cId="2886917282" sldId="270"/>
            <ac:spMk id="10" creationId="{BE2BE505-BD4E-6F11-19F8-ABEB670775CD}"/>
          </ac:spMkLst>
        </pc:spChg>
        <pc:spChg chg="add del mod">
          <ac:chgData name="NORITO IWAMURO" userId="cdacb19d-7880-419d-9e83-1c43e59ce585" providerId="ADAL" clId="{CCD558F6-5A2C-4A91-933D-37DCEB3AF10A}" dt="2025-12-23T02:17:09.809" v="14" actId="478"/>
          <ac:spMkLst>
            <pc:docMk/>
            <pc:sldMk cId="2886917282" sldId="270"/>
            <ac:spMk id="11" creationId="{C186DF28-CF55-2AD5-7861-33F3960C95D9}"/>
          </ac:spMkLst>
        </pc:spChg>
        <pc:spChg chg="add mod">
          <ac:chgData name="NORITO IWAMURO" userId="cdacb19d-7880-419d-9e83-1c43e59ce585" providerId="ADAL" clId="{CCD558F6-5A2C-4A91-933D-37DCEB3AF10A}" dt="2025-12-23T02:20:28.718" v="46" actId="1076"/>
          <ac:spMkLst>
            <pc:docMk/>
            <pc:sldMk cId="2886917282" sldId="270"/>
            <ac:spMk id="16" creationId="{FE47ED03-23A5-690E-03FF-119CC8AD0A44}"/>
          </ac:spMkLst>
        </pc:spChg>
        <pc:spChg chg="add mod">
          <ac:chgData name="NORITO IWAMURO" userId="cdacb19d-7880-419d-9e83-1c43e59ce585" providerId="ADAL" clId="{CCD558F6-5A2C-4A91-933D-37DCEB3AF10A}" dt="2025-12-23T02:20:28.718" v="46" actId="1076"/>
          <ac:spMkLst>
            <pc:docMk/>
            <pc:sldMk cId="2886917282" sldId="270"/>
            <ac:spMk id="17" creationId="{1CE10EC0-66A1-5BF2-30F5-B9931D58AB1E}"/>
          </ac:spMkLst>
        </pc:spChg>
        <pc:spChg chg="add mod">
          <ac:chgData name="NORITO IWAMURO" userId="cdacb19d-7880-419d-9e83-1c43e59ce585" providerId="ADAL" clId="{CCD558F6-5A2C-4A91-933D-37DCEB3AF10A}" dt="2025-12-23T02:20:41.015" v="47" actId="1076"/>
          <ac:spMkLst>
            <pc:docMk/>
            <pc:sldMk cId="2886917282" sldId="270"/>
            <ac:spMk id="20" creationId="{EFD8DB8F-8734-D37D-4AC0-ED83E96F918C}"/>
          </ac:spMkLst>
        </pc:spChg>
        <pc:spChg chg="add mod">
          <ac:chgData name="NORITO IWAMURO" userId="cdacb19d-7880-419d-9e83-1c43e59ce585" providerId="ADAL" clId="{CCD558F6-5A2C-4A91-933D-37DCEB3AF10A}" dt="2025-12-23T02:20:41.015" v="47" actId="1076"/>
          <ac:spMkLst>
            <pc:docMk/>
            <pc:sldMk cId="2886917282" sldId="270"/>
            <ac:spMk id="21" creationId="{4A8120EC-079A-201A-EBA4-8DBDF4883A27}"/>
          </ac:spMkLst>
        </pc:spChg>
        <pc:spChg chg="add mod">
          <ac:chgData name="NORITO IWAMURO" userId="cdacb19d-7880-419d-9e83-1c43e59ce585" providerId="ADAL" clId="{CCD558F6-5A2C-4A91-933D-37DCEB3AF10A}" dt="2025-12-23T02:17:36.943" v="24"/>
          <ac:spMkLst>
            <pc:docMk/>
            <pc:sldMk cId="2886917282" sldId="270"/>
            <ac:spMk id="25" creationId="{E33D708D-9EF7-6ED2-0D7F-E84D57FC577B}"/>
          </ac:spMkLst>
        </pc:spChg>
        <pc:spChg chg="add mod">
          <ac:chgData name="NORITO IWAMURO" userId="cdacb19d-7880-419d-9e83-1c43e59ce585" providerId="ADAL" clId="{CCD558F6-5A2C-4A91-933D-37DCEB3AF10A}" dt="2025-12-23T02:17:36.943" v="24"/>
          <ac:spMkLst>
            <pc:docMk/>
            <pc:sldMk cId="2886917282" sldId="270"/>
            <ac:spMk id="26" creationId="{487677D0-7B19-EA7F-E0F5-152506338821}"/>
          </ac:spMkLst>
        </pc:spChg>
        <pc:spChg chg="add del mod">
          <ac:chgData name="NORITO IWAMURO" userId="cdacb19d-7880-419d-9e83-1c43e59ce585" providerId="ADAL" clId="{CCD558F6-5A2C-4A91-933D-37DCEB3AF10A}" dt="2025-12-23T02:23:03.598" v="74" actId="478"/>
          <ac:spMkLst>
            <pc:docMk/>
            <pc:sldMk cId="2886917282" sldId="270"/>
            <ac:spMk id="28" creationId="{BAF01FCE-DBA4-6DAC-B3A6-2A6327F1CDDF}"/>
          </ac:spMkLst>
        </pc:spChg>
        <pc:spChg chg="add del mod">
          <ac:chgData name="NORITO IWAMURO" userId="cdacb19d-7880-419d-9e83-1c43e59ce585" providerId="ADAL" clId="{CCD558F6-5A2C-4A91-933D-37DCEB3AF10A}" dt="2025-12-23T02:23:03.598" v="74" actId="478"/>
          <ac:spMkLst>
            <pc:docMk/>
            <pc:sldMk cId="2886917282" sldId="270"/>
            <ac:spMk id="29" creationId="{E35CDA3E-443C-E850-86CD-E41125B1602D}"/>
          </ac:spMkLst>
        </pc:spChg>
        <pc:spChg chg="add mod">
          <ac:chgData name="NORITO IWAMURO" userId="cdacb19d-7880-419d-9e83-1c43e59ce585" providerId="ADAL" clId="{CCD558F6-5A2C-4A91-933D-37DCEB3AF10A}" dt="2025-12-23T02:22:41.198" v="70" actId="1076"/>
          <ac:spMkLst>
            <pc:docMk/>
            <pc:sldMk cId="2886917282" sldId="270"/>
            <ac:spMk id="32" creationId="{03F43810-DDA7-C2E8-69F1-AC0E6D200E40}"/>
          </ac:spMkLst>
        </pc:spChg>
        <pc:spChg chg="add mod">
          <ac:chgData name="NORITO IWAMURO" userId="cdacb19d-7880-419d-9e83-1c43e59ce585" providerId="ADAL" clId="{CCD558F6-5A2C-4A91-933D-37DCEB3AF10A}" dt="2025-12-23T02:22:41.198" v="70" actId="1076"/>
          <ac:spMkLst>
            <pc:docMk/>
            <pc:sldMk cId="2886917282" sldId="270"/>
            <ac:spMk id="33" creationId="{7B2A80D9-35A6-7195-F662-5B93739E23F1}"/>
          </ac:spMkLst>
        </pc:spChg>
        <pc:spChg chg="add mod">
          <ac:chgData name="NORITO IWAMURO" userId="cdacb19d-7880-419d-9e83-1c43e59ce585" providerId="ADAL" clId="{CCD558F6-5A2C-4A91-933D-37DCEB3AF10A}" dt="2025-12-23T02:23:12.229" v="76" actId="1076"/>
          <ac:spMkLst>
            <pc:docMk/>
            <pc:sldMk cId="2886917282" sldId="270"/>
            <ac:spMk id="40" creationId="{6865884F-3F40-6BCB-B994-0986BDC0ECC9}"/>
          </ac:spMkLst>
        </pc:spChg>
        <pc:spChg chg="add mod">
          <ac:chgData name="NORITO IWAMURO" userId="cdacb19d-7880-419d-9e83-1c43e59ce585" providerId="ADAL" clId="{CCD558F6-5A2C-4A91-933D-37DCEB3AF10A}" dt="2025-12-23T02:23:12.229" v="76" actId="1076"/>
          <ac:spMkLst>
            <pc:docMk/>
            <pc:sldMk cId="2886917282" sldId="270"/>
            <ac:spMk id="41" creationId="{CFCA7766-A8EB-BDAE-6855-30537E57F1D3}"/>
          </ac:spMkLst>
        </pc:spChg>
        <pc:spChg chg="add mod">
          <ac:chgData name="NORITO IWAMURO" userId="cdacb19d-7880-419d-9e83-1c43e59ce585" providerId="ADAL" clId="{CCD558F6-5A2C-4A91-933D-37DCEB3AF10A}" dt="2025-12-23T02:23:19.046" v="77" actId="1076"/>
          <ac:spMkLst>
            <pc:docMk/>
            <pc:sldMk cId="2886917282" sldId="270"/>
            <ac:spMk id="44" creationId="{546E6A77-7476-84B2-3F58-1BABD6ADDDE3}"/>
          </ac:spMkLst>
        </pc:spChg>
        <pc:spChg chg="add mod">
          <ac:chgData name="NORITO IWAMURO" userId="cdacb19d-7880-419d-9e83-1c43e59ce585" providerId="ADAL" clId="{CCD558F6-5A2C-4A91-933D-37DCEB3AF10A}" dt="2025-12-23T02:23:19.046" v="77" actId="1076"/>
          <ac:spMkLst>
            <pc:docMk/>
            <pc:sldMk cId="2886917282" sldId="270"/>
            <ac:spMk id="45" creationId="{24EF723D-2D3C-007D-3FCF-B322D77948C5}"/>
          </ac:spMkLst>
        </pc:spChg>
        <pc:spChg chg="add mod">
          <ac:chgData name="NORITO IWAMURO" userId="cdacb19d-7880-419d-9e83-1c43e59ce585" providerId="ADAL" clId="{CCD558F6-5A2C-4A91-933D-37DCEB3AF10A}" dt="2025-12-23T02:22:45.022" v="71" actId="1076"/>
          <ac:spMkLst>
            <pc:docMk/>
            <pc:sldMk cId="2886917282" sldId="270"/>
            <ac:spMk id="51" creationId="{1DE54D87-69D9-21A2-A501-7874DEF3ECA6}"/>
          </ac:spMkLst>
        </pc:spChg>
        <pc:spChg chg="add mod">
          <ac:chgData name="NORITO IWAMURO" userId="cdacb19d-7880-419d-9e83-1c43e59ce585" providerId="ADAL" clId="{CCD558F6-5A2C-4A91-933D-37DCEB3AF10A}" dt="2025-12-23T02:22:45.022" v="71" actId="1076"/>
          <ac:spMkLst>
            <pc:docMk/>
            <pc:sldMk cId="2886917282" sldId="270"/>
            <ac:spMk id="52" creationId="{4E05CEA3-69D6-F3BD-85BE-B113593D5EC8}"/>
          </ac:spMkLst>
        </pc:spChg>
        <pc:spChg chg="add del mod">
          <ac:chgData name="NORITO IWAMURO" userId="cdacb19d-7880-419d-9e83-1c43e59ce585" providerId="ADAL" clId="{CCD558F6-5A2C-4A91-933D-37DCEB3AF10A}" dt="2025-12-23T02:23:06.656" v="75" actId="478"/>
          <ac:spMkLst>
            <pc:docMk/>
            <pc:sldMk cId="2886917282" sldId="270"/>
            <ac:spMk id="58" creationId="{3575A6D5-2280-A809-FBD8-45D37252C28D}"/>
          </ac:spMkLst>
        </pc:spChg>
        <pc:spChg chg="add del mod">
          <ac:chgData name="NORITO IWAMURO" userId="cdacb19d-7880-419d-9e83-1c43e59ce585" providerId="ADAL" clId="{CCD558F6-5A2C-4A91-933D-37DCEB3AF10A}" dt="2025-12-23T02:23:06.656" v="75" actId="478"/>
          <ac:spMkLst>
            <pc:docMk/>
            <pc:sldMk cId="2886917282" sldId="270"/>
            <ac:spMk id="59" creationId="{2934F9A0-272C-D9D0-9E31-8B4274F3A967}"/>
          </ac:spMkLst>
        </pc:spChg>
        <pc:spChg chg="add del mod">
          <ac:chgData name="NORITO IWAMURO" userId="cdacb19d-7880-419d-9e83-1c43e59ce585" providerId="ADAL" clId="{CCD558F6-5A2C-4A91-933D-37DCEB3AF10A}" dt="2025-12-23T02:24:07.844" v="82" actId="478"/>
          <ac:spMkLst>
            <pc:docMk/>
            <pc:sldMk cId="2886917282" sldId="270"/>
            <ac:spMk id="61" creationId="{17E480A6-4E63-C398-DB3F-EABEF5C28E3C}"/>
          </ac:spMkLst>
        </pc:spChg>
        <pc:spChg chg="add del mod">
          <ac:chgData name="NORITO IWAMURO" userId="cdacb19d-7880-419d-9e83-1c43e59ce585" providerId="ADAL" clId="{CCD558F6-5A2C-4A91-933D-37DCEB3AF10A}" dt="2025-12-23T02:24:07.844" v="82" actId="478"/>
          <ac:spMkLst>
            <pc:docMk/>
            <pc:sldMk cId="2886917282" sldId="270"/>
            <ac:spMk id="62" creationId="{21B90C42-8696-0211-B16D-5A406034CDC6}"/>
          </ac:spMkLst>
        </pc:spChg>
        <pc:spChg chg="add del mod">
          <ac:chgData name="NORITO IWAMURO" userId="cdacb19d-7880-419d-9e83-1c43e59ce585" providerId="ADAL" clId="{CCD558F6-5A2C-4A91-933D-37DCEB3AF10A}" dt="2025-12-23T02:27:16.644" v="121" actId="478"/>
          <ac:spMkLst>
            <pc:docMk/>
            <pc:sldMk cId="2886917282" sldId="270"/>
            <ac:spMk id="66" creationId="{51608826-9BC5-97B8-2CD3-F8BEE7988143}"/>
          </ac:spMkLst>
        </pc:spChg>
        <pc:spChg chg="add del">
          <ac:chgData name="NORITO IWAMURO" userId="cdacb19d-7880-419d-9e83-1c43e59ce585" providerId="ADAL" clId="{CCD558F6-5A2C-4A91-933D-37DCEB3AF10A}" dt="2025-12-23T02:30:44.519" v="164" actId="478"/>
          <ac:spMkLst>
            <pc:docMk/>
            <pc:sldMk cId="2886917282" sldId="270"/>
            <ac:spMk id="67" creationId="{1DCED675-F606-9F3F-395A-05642023FA6B}"/>
          </ac:spMkLst>
        </pc:spChg>
        <pc:spChg chg="add mod">
          <ac:chgData name="NORITO IWAMURO" userId="cdacb19d-7880-419d-9e83-1c43e59ce585" providerId="ADAL" clId="{CCD558F6-5A2C-4A91-933D-37DCEB3AF10A}" dt="2025-12-23T02:31:21.051" v="172" actId="14100"/>
          <ac:spMkLst>
            <pc:docMk/>
            <pc:sldMk cId="2886917282" sldId="270"/>
            <ac:spMk id="68" creationId="{55904B52-77C8-0C0B-A132-76BE6F173277}"/>
          </ac:spMkLst>
        </pc:spChg>
        <pc:cxnChg chg="add del mod">
          <ac:chgData name="NORITO IWAMURO" userId="cdacb19d-7880-419d-9e83-1c43e59ce585" providerId="ADAL" clId="{CCD558F6-5A2C-4A91-933D-37DCEB3AF10A}" dt="2025-12-23T02:16:47.779" v="8" actId="11529"/>
          <ac:cxnSpMkLst>
            <pc:docMk/>
            <pc:sldMk cId="2886917282" sldId="270"/>
            <ac:cxnSpMk id="5" creationId="{9756217C-3F9E-DA6E-EFC1-C82280365D99}"/>
          </ac:cxnSpMkLst>
        </pc:cxnChg>
        <pc:cxnChg chg="add del mod">
          <ac:chgData name="NORITO IWAMURO" userId="cdacb19d-7880-419d-9e83-1c43e59ce585" providerId="ADAL" clId="{CCD558F6-5A2C-4A91-933D-37DCEB3AF10A}" dt="2025-12-23T02:17:11.404" v="15" actId="478"/>
          <ac:cxnSpMkLst>
            <pc:docMk/>
            <pc:sldMk cId="2886917282" sldId="270"/>
            <ac:cxnSpMk id="9" creationId="{848F123D-9B4C-0E25-3595-0B706EF09F3E}"/>
          </ac:cxnSpMkLst>
        </pc:cxnChg>
        <pc:cxnChg chg="add del mod">
          <ac:chgData name="NORITO IWAMURO" userId="cdacb19d-7880-419d-9e83-1c43e59ce585" providerId="ADAL" clId="{CCD558F6-5A2C-4A91-933D-37DCEB3AF10A}" dt="2025-12-23T02:17:09.809" v="14" actId="478"/>
          <ac:cxnSpMkLst>
            <pc:docMk/>
            <pc:sldMk cId="2886917282" sldId="270"/>
            <ac:cxnSpMk id="12" creationId="{E33253FC-63EA-1D23-5884-404A60A66A89}"/>
          </ac:cxnSpMkLst>
        </pc:cxnChg>
        <pc:cxnChg chg="add del mod">
          <ac:chgData name="NORITO IWAMURO" userId="cdacb19d-7880-419d-9e83-1c43e59ce585" providerId="ADAL" clId="{CCD558F6-5A2C-4A91-933D-37DCEB3AF10A}" dt="2025-12-23T02:20:25.345" v="45" actId="478"/>
          <ac:cxnSpMkLst>
            <pc:docMk/>
            <pc:sldMk cId="2886917282" sldId="270"/>
            <ac:cxnSpMk id="15" creationId="{C9C0E74B-D99A-5617-B731-51C91FE6C2BF}"/>
          </ac:cxnSpMkLst>
        </pc:cxnChg>
        <pc:cxnChg chg="add mod">
          <ac:chgData name="NORITO IWAMURO" userId="cdacb19d-7880-419d-9e83-1c43e59ce585" providerId="ADAL" clId="{CCD558F6-5A2C-4A91-933D-37DCEB3AF10A}" dt="2025-12-23T02:20:28.718" v="46" actId="1076"/>
          <ac:cxnSpMkLst>
            <pc:docMk/>
            <pc:sldMk cId="2886917282" sldId="270"/>
            <ac:cxnSpMk id="18" creationId="{6B32F513-3343-3E05-F9D9-75D6F0F41108}"/>
          </ac:cxnSpMkLst>
        </pc:cxnChg>
        <pc:cxnChg chg="add mod">
          <ac:chgData name="NORITO IWAMURO" userId="cdacb19d-7880-419d-9e83-1c43e59ce585" providerId="ADAL" clId="{CCD558F6-5A2C-4A91-933D-37DCEB3AF10A}" dt="2025-12-23T02:20:41.015" v="47" actId="1076"/>
          <ac:cxnSpMkLst>
            <pc:docMk/>
            <pc:sldMk cId="2886917282" sldId="270"/>
            <ac:cxnSpMk id="22" creationId="{D2B469D0-9379-D968-129F-FBCD447A935C}"/>
          </ac:cxnSpMkLst>
        </pc:cxnChg>
        <pc:cxnChg chg="add mod">
          <ac:chgData name="NORITO IWAMURO" userId="cdacb19d-7880-419d-9e83-1c43e59ce585" providerId="ADAL" clId="{CCD558F6-5A2C-4A91-933D-37DCEB3AF10A}" dt="2025-12-23T02:17:36.943" v="24"/>
          <ac:cxnSpMkLst>
            <pc:docMk/>
            <pc:sldMk cId="2886917282" sldId="270"/>
            <ac:cxnSpMk id="27" creationId="{3A82C300-4917-7F90-5804-4DC976A3DF0B}"/>
          </ac:cxnSpMkLst>
        </pc:cxnChg>
        <pc:cxnChg chg="add del mod">
          <ac:chgData name="NORITO IWAMURO" userId="cdacb19d-7880-419d-9e83-1c43e59ce585" providerId="ADAL" clId="{CCD558F6-5A2C-4A91-933D-37DCEB3AF10A}" dt="2025-12-23T02:23:03.598" v="74" actId="478"/>
          <ac:cxnSpMkLst>
            <pc:docMk/>
            <pc:sldMk cId="2886917282" sldId="270"/>
            <ac:cxnSpMk id="30" creationId="{77634694-D034-6953-6436-889A5547116D}"/>
          </ac:cxnSpMkLst>
        </pc:cxnChg>
        <pc:cxnChg chg="add mod">
          <ac:chgData name="NORITO IWAMURO" userId="cdacb19d-7880-419d-9e83-1c43e59ce585" providerId="ADAL" clId="{CCD558F6-5A2C-4A91-933D-37DCEB3AF10A}" dt="2025-12-23T02:22:41.198" v="70" actId="1076"/>
          <ac:cxnSpMkLst>
            <pc:docMk/>
            <pc:sldMk cId="2886917282" sldId="270"/>
            <ac:cxnSpMk id="34" creationId="{8B172305-66BA-0968-8159-74EC9B88E215}"/>
          </ac:cxnSpMkLst>
        </pc:cxnChg>
        <pc:cxnChg chg="add mod">
          <ac:chgData name="NORITO IWAMURO" userId="cdacb19d-7880-419d-9e83-1c43e59ce585" providerId="ADAL" clId="{CCD558F6-5A2C-4A91-933D-37DCEB3AF10A}" dt="2025-12-23T02:23:12.229" v="76" actId="1076"/>
          <ac:cxnSpMkLst>
            <pc:docMk/>
            <pc:sldMk cId="2886917282" sldId="270"/>
            <ac:cxnSpMk id="42" creationId="{8B359891-09B1-5587-F2C2-55D2BDA276BC}"/>
          </ac:cxnSpMkLst>
        </pc:cxnChg>
        <pc:cxnChg chg="add mod">
          <ac:chgData name="NORITO IWAMURO" userId="cdacb19d-7880-419d-9e83-1c43e59ce585" providerId="ADAL" clId="{CCD558F6-5A2C-4A91-933D-37DCEB3AF10A}" dt="2025-12-23T02:23:19.046" v="77" actId="1076"/>
          <ac:cxnSpMkLst>
            <pc:docMk/>
            <pc:sldMk cId="2886917282" sldId="270"/>
            <ac:cxnSpMk id="46" creationId="{2375127A-9043-443F-9535-1A7845D35D37}"/>
          </ac:cxnSpMkLst>
        </pc:cxnChg>
        <pc:cxnChg chg="add mod">
          <ac:chgData name="NORITO IWAMURO" userId="cdacb19d-7880-419d-9e83-1c43e59ce585" providerId="ADAL" clId="{CCD558F6-5A2C-4A91-933D-37DCEB3AF10A}" dt="2025-12-23T02:22:45.022" v="71" actId="1076"/>
          <ac:cxnSpMkLst>
            <pc:docMk/>
            <pc:sldMk cId="2886917282" sldId="270"/>
            <ac:cxnSpMk id="53" creationId="{7E52C38D-BB0A-ABB6-98BE-98EF495FF296}"/>
          </ac:cxnSpMkLst>
        </pc:cxnChg>
        <pc:cxnChg chg="add del mod">
          <ac:chgData name="NORITO IWAMURO" userId="cdacb19d-7880-419d-9e83-1c43e59ce585" providerId="ADAL" clId="{CCD558F6-5A2C-4A91-933D-37DCEB3AF10A}" dt="2025-12-23T02:23:06.656" v="75" actId="478"/>
          <ac:cxnSpMkLst>
            <pc:docMk/>
            <pc:sldMk cId="2886917282" sldId="270"/>
            <ac:cxnSpMk id="60" creationId="{EB4033E3-850D-D2BB-EC20-04A855C7E8B3}"/>
          </ac:cxnSpMkLst>
        </pc:cxnChg>
        <pc:cxnChg chg="add del mod">
          <ac:chgData name="NORITO IWAMURO" userId="cdacb19d-7880-419d-9e83-1c43e59ce585" providerId="ADAL" clId="{CCD558F6-5A2C-4A91-933D-37DCEB3AF10A}" dt="2025-12-23T02:24:07.844" v="82" actId="478"/>
          <ac:cxnSpMkLst>
            <pc:docMk/>
            <pc:sldMk cId="2886917282" sldId="270"/>
            <ac:cxnSpMk id="63" creationId="{A863DBE1-7909-B706-DC73-4C0B9E87E57C}"/>
          </ac:cxnSpMkLst>
        </pc:cxnChg>
      </pc:sldChg>
      <pc:sldChg chg="addSp delSp modSp add mod">
        <pc:chgData name="NORITO IWAMURO" userId="cdacb19d-7880-419d-9e83-1c43e59ce585" providerId="ADAL" clId="{CCD558F6-5A2C-4A91-933D-37DCEB3AF10A}" dt="2025-12-23T02:31:14.852" v="171" actId="14100"/>
        <pc:sldMkLst>
          <pc:docMk/>
          <pc:sldMk cId="1124045660" sldId="271"/>
        </pc:sldMkLst>
        <pc:spChg chg="add mod">
          <ac:chgData name="NORITO IWAMURO" userId="cdacb19d-7880-419d-9e83-1c43e59ce585" providerId="ADAL" clId="{CCD558F6-5A2C-4A91-933D-37DCEB3AF10A}" dt="2025-12-23T02:25:24.660" v="96" actId="1076"/>
          <ac:spMkLst>
            <pc:docMk/>
            <pc:sldMk cId="1124045660" sldId="271"/>
            <ac:spMk id="4" creationId="{D04184EF-7AC2-4C90-0C89-0003912CE4F2}"/>
          </ac:spMkLst>
        </pc:spChg>
        <pc:spChg chg="add mod">
          <ac:chgData name="NORITO IWAMURO" userId="cdacb19d-7880-419d-9e83-1c43e59ce585" providerId="ADAL" clId="{CCD558F6-5A2C-4A91-933D-37DCEB3AF10A}" dt="2025-12-23T02:25:24.660" v="96" actId="1076"/>
          <ac:spMkLst>
            <pc:docMk/>
            <pc:sldMk cId="1124045660" sldId="271"/>
            <ac:spMk id="5" creationId="{6237F950-7125-3C58-046E-D8E48455E679}"/>
          </ac:spMkLst>
        </pc:spChg>
        <pc:spChg chg="add mod">
          <ac:chgData name="NORITO IWAMURO" userId="cdacb19d-7880-419d-9e83-1c43e59ce585" providerId="ADAL" clId="{CCD558F6-5A2C-4A91-933D-37DCEB3AF10A}" dt="2025-12-23T02:25:38.469" v="100" actId="1076"/>
          <ac:spMkLst>
            <pc:docMk/>
            <pc:sldMk cId="1124045660" sldId="271"/>
            <ac:spMk id="8" creationId="{46D48890-A315-589A-97C0-66E8E94044FF}"/>
          </ac:spMkLst>
        </pc:spChg>
        <pc:spChg chg="add mod">
          <ac:chgData name="NORITO IWAMURO" userId="cdacb19d-7880-419d-9e83-1c43e59ce585" providerId="ADAL" clId="{CCD558F6-5A2C-4A91-933D-37DCEB3AF10A}" dt="2025-12-23T02:25:38.469" v="100" actId="1076"/>
          <ac:spMkLst>
            <pc:docMk/>
            <pc:sldMk cId="1124045660" sldId="271"/>
            <ac:spMk id="9" creationId="{73931EAC-E57B-911D-9F3F-E21844804EBE}"/>
          </ac:spMkLst>
        </pc:spChg>
        <pc:spChg chg="add mod">
          <ac:chgData name="NORITO IWAMURO" userId="cdacb19d-7880-419d-9e83-1c43e59ce585" providerId="ADAL" clId="{CCD558F6-5A2C-4A91-933D-37DCEB3AF10A}" dt="2025-12-23T02:31:12.078" v="170" actId="1076"/>
          <ac:spMkLst>
            <pc:docMk/>
            <pc:sldMk cId="1124045660" sldId="271"/>
            <ac:spMk id="12" creationId="{FCA92264-3FAD-32E2-8C72-ADE31CBD89CE}"/>
          </ac:spMkLst>
        </pc:spChg>
        <pc:spChg chg="add mod">
          <ac:chgData name="NORITO IWAMURO" userId="cdacb19d-7880-419d-9e83-1c43e59ce585" providerId="ADAL" clId="{CCD558F6-5A2C-4A91-933D-37DCEB3AF10A}" dt="2025-12-23T02:31:12.078" v="170" actId="1076"/>
          <ac:spMkLst>
            <pc:docMk/>
            <pc:sldMk cId="1124045660" sldId="271"/>
            <ac:spMk id="13" creationId="{DF415333-2019-AD0E-ACF1-1526AA5F64ED}"/>
          </ac:spMkLst>
        </pc:spChg>
        <pc:spChg chg="add mod">
          <ac:chgData name="NORITO IWAMURO" userId="cdacb19d-7880-419d-9e83-1c43e59ce585" providerId="ADAL" clId="{CCD558F6-5A2C-4A91-933D-37DCEB3AF10A}" dt="2025-12-23T02:25:54.722" v="105" actId="1076"/>
          <ac:spMkLst>
            <pc:docMk/>
            <pc:sldMk cId="1124045660" sldId="271"/>
            <ac:spMk id="19" creationId="{16EDA3CA-5057-90A6-06B6-513793DC8F0B}"/>
          </ac:spMkLst>
        </pc:spChg>
        <pc:spChg chg="del">
          <ac:chgData name="NORITO IWAMURO" userId="cdacb19d-7880-419d-9e83-1c43e59ce585" providerId="ADAL" clId="{CCD558F6-5A2C-4A91-933D-37DCEB3AF10A}" dt="2025-12-23T02:25:13.633" v="91" actId="478"/>
          <ac:spMkLst>
            <pc:docMk/>
            <pc:sldMk cId="1124045660" sldId="271"/>
            <ac:spMk id="20" creationId="{26F7C6CA-C5A8-5FAC-9498-BA54123A39F3}"/>
          </ac:spMkLst>
        </pc:spChg>
        <pc:spChg chg="del">
          <ac:chgData name="NORITO IWAMURO" userId="cdacb19d-7880-419d-9e83-1c43e59ce585" providerId="ADAL" clId="{CCD558F6-5A2C-4A91-933D-37DCEB3AF10A}" dt="2025-12-23T02:25:13.633" v="91" actId="478"/>
          <ac:spMkLst>
            <pc:docMk/>
            <pc:sldMk cId="1124045660" sldId="271"/>
            <ac:spMk id="21" creationId="{DBF0B094-935C-9E2E-604C-0B5A6157F1BC}"/>
          </ac:spMkLst>
        </pc:spChg>
        <pc:spChg chg="add mod">
          <ac:chgData name="NORITO IWAMURO" userId="cdacb19d-7880-419d-9e83-1c43e59ce585" providerId="ADAL" clId="{CCD558F6-5A2C-4A91-933D-37DCEB3AF10A}" dt="2025-12-23T02:26:35.716" v="112" actId="1076"/>
          <ac:spMkLst>
            <pc:docMk/>
            <pc:sldMk cId="1124045660" sldId="271"/>
            <ac:spMk id="23" creationId="{D133BB94-B941-2ABB-DCAC-5F7C14FD08A2}"/>
          </ac:spMkLst>
        </pc:spChg>
        <pc:spChg chg="add del mod">
          <ac:chgData name="NORITO IWAMURO" userId="cdacb19d-7880-419d-9e83-1c43e59ce585" providerId="ADAL" clId="{CCD558F6-5A2C-4A91-933D-37DCEB3AF10A}" dt="2025-12-23T02:26:30.287" v="111" actId="478"/>
          <ac:spMkLst>
            <pc:docMk/>
            <pc:sldMk cId="1124045660" sldId="271"/>
            <ac:spMk id="26" creationId="{B22AAFC3-7B80-D384-2579-4D8D0892D537}"/>
          </ac:spMkLst>
        </pc:spChg>
        <pc:spChg chg="add del mod">
          <ac:chgData name="NORITO IWAMURO" userId="cdacb19d-7880-419d-9e83-1c43e59ce585" providerId="ADAL" clId="{CCD558F6-5A2C-4A91-933D-37DCEB3AF10A}" dt="2025-12-23T02:26:30.287" v="111" actId="478"/>
          <ac:spMkLst>
            <pc:docMk/>
            <pc:sldMk cId="1124045660" sldId="271"/>
            <ac:spMk id="27" creationId="{0E7A8375-7E24-D9CB-64B3-3EBDF75C73F4}"/>
          </ac:spMkLst>
        </pc:spChg>
        <pc:spChg chg="del">
          <ac:chgData name="NORITO IWAMURO" userId="cdacb19d-7880-419d-9e83-1c43e59ce585" providerId="ADAL" clId="{CCD558F6-5A2C-4A91-933D-37DCEB3AF10A}" dt="2025-12-23T02:25:13.633" v="91" actId="478"/>
          <ac:spMkLst>
            <pc:docMk/>
            <pc:sldMk cId="1124045660" sldId="271"/>
            <ac:spMk id="32" creationId="{31C86714-F2BE-BFBB-0E02-837DF4FA1E33}"/>
          </ac:spMkLst>
        </pc:spChg>
        <pc:spChg chg="del">
          <ac:chgData name="NORITO IWAMURO" userId="cdacb19d-7880-419d-9e83-1c43e59ce585" providerId="ADAL" clId="{CCD558F6-5A2C-4A91-933D-37DCEB3AF10A}" dt="2025-12-23T02:25:13.633" v="91" actId="478"/>
          <ac:spMkLst>
            <pc:docMk/>
            <pc:sldMk cId="1124045660" sldId="271"/>
            <ac:spMk id="33" creationId="{B75327D6-A939-6DC9-D370-2BECDDC3CCEB}"/>
          </ac:spMkLst>
        </pc:spChg>
        <pc:spChg chg="add del mod">
          <ac:chgData name="NORITO IWAMURO" userId="cdacb19d-7880-419d-9e83-1c43e59ce585" providerId="ADAL" clId="{CCD558F6-5A2C-4A91-933D-37DCEB3AF10A}" dt="2025-12-23T02:27:14.434" v="120" actId="478"/>
          <ac:spMkLst>
            <pc:docMk/>
            <pc:sldMk cId="1124045660" sldId="271"/>
            <ac:spMk id="35" creationId="{67E3858D-2EAB-C7A0-FF3A-C6DF4E299255}"/>
          </ac:spMkLst>
        </pc:spChg>
        <pc:spChg chg="add del mod">
          <ac:chgData name="NORITO IWAMURO" userId="cdacb19d-7880-419d-9e83-1c43e59ce585" providerId="ADAL" clId="{CCD558F6-5A2C-4A91-933D-37DCEB3AF10A}" dt="2025-12-23T02:27:13.243" v="119" actId="478"/>
          <ac:spMkLst>
            <pc:docMk/>
            <pc:sldMk cId="1124045660" sldId="271"/>
            <ac:spMk id="36" creationId="{B6B81B6F-D186-CF30-124D-6192EE66071A}"/>
          </ac:spMkLst>
        </pc:spChg>
        <pc:spChg chg="add mod">
          <ac:chgData name="NORITO IWAMURO" userId="cdacb19d-7880-419d-9e83-1c43e59ce585" providerId="ADAL" clId="{CCD558F6-5A2C-4A91-933D-37DCEB3AF10A}" dt="2025-12-23T02:31:14.852" v="171" actId="14100"/>
          <ac:spMkLst>
            <pc:docMk/>
            <pc:sldMk cId="1124045660" sldId="271"/>
            <ac:spMk id="37" creationId="{DDB9496A-82B4-530F-9C35-2A2B15CC35C7}"/>
          </ac:spMkLst>
        </pc:spChg>
        <pc:spChg chg="del">
          <ac:chgData name="NORITO IWAMURO" userId="cdacb19d-7880-419d-9e83-1c43e59ce585" providerId="ADAL" clId="{CCD558F6-5A2C-4A91-933D-37DCEB3AF10A}" dt="2025-12-23T02:24:56.145" v="87" actId="478"/>
          <ac:spMkLst>
            <pc:docMk/>
            <pc:sldMk cId="1124045660" sldId="271"/>
            <ac:spMk id="40" creationId="{AA0C2D65-D2A1-5C5B-DCCA-7585779468AF}"/>
          </ac:spMkLst>
        </pc:spChg>
        <pc:spChg chg="del">
          <ac:chgData name="NORITO IWAMURO" userId="cdacb19d-7880-419d-9e83-1c43e59ce585" providerId="ADAL" clId="{CCD558F6-5A2C-4A91-933D-37DCEB3AF10A}" dt="2025-12-23T02:24:56.145" v="87" actId="478"/>
          <ac:spMkLst>
            <pc:docMk/>
            <pc:sldMk cId="1124045660" sldId="271"/>
            <ac:spMk id="41" creationId="{A9E62AAD-3A5A-2800-BAAD-F5AF705EE61B}"/>
          </ac:spMkLst>
        </pc:spChg>
        <pc:spChg chg="del">
          <ac:chgData name="NORITO IWAMURO" userId="cdacb19d-7880-419d-9e83-1c43e59ce585" providerId="ADAL" clId="{CCD558F6-5A2C-4A91-933D-37DCEB3AF10A}" dt="2025-12-23T02:24:56.145" v="87" actId="478"/>
          <ac:spMkLst>
            <pc:docMk/>
            <pc:sldMk cId="1124045660" sldId="271"/>
            <ac:spMk id="44" creationId="{98CDB317-019B-01BC-870F-8DF65116C46A}"/>
          </ac:spMkLst>
        </pc:spChg>
        <pc:spChg chg="del">
          <ac:chgData name="NORITO IWAMURO" userId="cdacb19d-7880-419d-9e83-1c43e59ce585" providerId="ADAL" clId="{CCD558F6-5A2C-4A91-933D-37DCEB3AF10A}" dt="2025-12-23T02:24:56.145" v="87" actId="478"/>
          <ac:spMkLst>
            <pc:docMk/>
            <pc:sldMk cId="1124045660" sldId="271"/>
            <ac:spMk id="45" creationId="{5A3BFFAE-03CF-530B-05DB-43550DC990D7}"/>
          </ac:spMkLst>
        </pc:spChg>
        <pc:spChg chg="del">
          <ac:chgData name="NORITO IWAMURO" userId="cdacb19d-7880-419d-9e83-1c43e59ce585" providerId="ADAL" clId="{CCD558F6-5A2C-4A91-933D-37DCEB3AF10A}" dt="2025-12-23T02:25:15.198" v="92" actId="478"/>
          <ac:spMkLst>
            <pc:docMk/>
            <pc:sldMk cId="1124045660" sldId="271"/>
            <ac:spMk id="51" creationId="{DF684F0C-E2B6-9BC7-18D7-8C833BFD372C}"/>
          </ac:spMkLst>
        </pc:spChg>
        <pc:spChg chg="del">
          <ac:chgData name="NORITO IWAMURO" userId="cdacb19d-7880-419d-9e83-1c43e59ce585" providerId="ADAL" clId="{CCD558F6-5A2C-4A91-933D-37DCEB3AF10A}" dt="2025-12-23T02:25:15.198" v="92" actId="478"/>
          <ac:spMkLst>
            <pc:docMk/>
            <pc:sldMk cId="1124045660" sldId="271"/>
            <ac:spMk id="52" creationId="{6F8D3A8F-0551-FD9E-D334-E810C76EDBFB}"/>
          </ac:spMkLst>
        </pc:spChg>
        <pc:spChg chg="del">
          <ac:chgData name="NORITO IWAMURO" userId="cdacb19d-7880-419d-9e83-1c43e59ce585" providerId="ADAL" clId="{CCD558F6-5A2C-4A91-933D-37DCEB3AF10A}" dt="2025-12-23T02:24:56.145" v="87" actId="478"/>
          <ac:spMkLst>
            <pc:docMk/>
            <pc:sldMk cId="1124045660" sldId="271"/>
            <ac:spMk id="66" creationId="{10DC0319-3BE8-4370-559C-701AA3F3C113}"/>
          </ac:spMkLst>
        </pc:spChg>
        <pc:cxnChg chg="add mod">
          <ac:chgData name="NORITO IWAMURO" userId="cdacb19d-7880-419d-9e83-1c43e59ce585" providerId="ADAL" clId="{CCD558F6-5A2C-4A91-933D-37DCEB3AF10A}" dt="2025-12-23T02:25:24.660" v="96" actId="1076"/>
          <ac:cxnSpMkLst>
            <pc:docMk/>
            <pc:sldMk cId="1124045660" sldId="271"/>
            <ac:cxnSpMk id="6" creationId="{DFBA0A46-AF56-D311-6052-37F369D27E14}"/>
          </ac:cxnSpMkLst>
        </pc:cxnChg>
        <pc:cxnChg chg="add mod">
          <ac:chgData name="NORITO IWAMURO" userId="cdacb19d-7880-419d-9e83-1c43e59ce585" providerId="ADAL" clId="{CCD558F6-5A2C-4A91-933D-37DCEB3AF10A}" dt="2025-12-23T02:25:38.469" v="100" actId="1076"/>
          <ac:cxnSpMkLst>
            <pc:docMk/>
            <pc:sldMk cId="1124045660" sldId="271"/>
            <ac:cxnSpMk id="10" creationId="{057B72C6-D4B5-F390-E0A9-EBBB8B983F9C}"/>
          </ac:cxnSpMkLst>
        </pc:cxnChg>
        <pc:cxnChg chg="add mod">
          <ac:chgData name="NORITO IWAMURO" userId="cdacb19d-7880-419d-9e83-1c43e59ce585" providerId="ADAL" clId="{CCD558F6-5A2C-4A91-933D-37DCEB3AF10A}" dt="2025-12-23T02:31:12.078" v="170" actId="1076"/>
          <ac:cxnSpMkLst>
            <pc:docMk/>
            <pc:sldMk cId="1124045660" sldId="271"/>
            <ac:cxnSpMk id="14" creationId="{502BB421-8DF2-8D7A-0671-19D007940D70}"/>
          </ac:cxnSpMkLst>
        </pc:cxnChg>
        <pc:cxnChg chg="mod">
          <ac:chgData name="NORITO IWAMURO" userId="cdacb19d-7880-419d-9e83-1c43e59ce585" providerId="ADAL" clId="{CCD558F6-5A2C-4A91-933D-37DCEB3AF10A}" dt="2025-12-23T02:25:10.686" v="90" actId="14100"/>
          <ac:cxnSpMkLst>
            <pc:docMk/>
            <pc:sldMk cId="1124045660" sldId="271"/>
            <ac:cxnSpMk id="18" creationId="{4EB2D636-762A-8AB2-8F81-D6E02DCF6512}"/>
          </ac:cxnSpMkLst>
        </pc:cxnChg>
        <pc:cxnChg chg="del mod">
          <ac:chgData name="NORITO IWAMURO" userId="cdacb19d-7880-419d-9e83-1c43e59ce585" providerId="ADAL" clId="{CCD558F6-5A2C-4A91-933D-37DCEB3AF10A}" dt="2025-12-23T02:25:13.633" v="91" actId="478"/>
          <ac:cxnSpMkLst>
            <pc:docMk/>
            <pc:sldMk cId="1124045660" sldId="271"/>
            <ac:cxnSpMk id="22" creationId="{CED4A2C5-F6C4-9A94-4B7B-AF6B845686CD}"/>
          </ac:cxnSpMkLst>
        </pc:cxnChg>
        <pc:cxnChg chg="add mod">
          <ac:chgData name="NORITO IWAMURO" userId="cdacb19d-7880-419d-9e83-1c43e59ce585" providerId="ADAL" clId="{CCD558F6-5A2C-4A91-933D-37DCEB3AF10A}" dt="2025-12-23T02:26:35.716" v="112" actId="1076"/>
          <ac:cxnSpMkLst>
            <pc:docMk/>
            <pc:sldMk cId="1124045660" sldId="271"/>
            <ac:cxnSpMk id="24" creationId="{77229B1F-6250-1DDC-31FC-6461038F55D1}"/>
          </ac:cxnSpMkLst>
        </pc:cxnChg>
        <pc:cxnChg chg="add del mod">
          <ac:chgData name="NORITO IWAMURO" userId="cdacb19d-7880-419d-9e83-1c43e59ce585" providerId="ADAL" clId="{CCD558F6-5A2C-4A91-933D-37DCEB3AF10A}" dt="2025-12-23T02:26:30.287" v="111" actId="478"/>
          <ac:cxnSpMkLst>
            <pc:docMk/>
            <pc:sldMk cId="1124045660" sldId="271"/>
            <ac:cxnSpMk id="28" creationId="{2E3BE17E-5ECD-1930-A606-039D15662B7E}"/>
          </ac:cxnSpMkLst>
        </pc:cxnChg>
        <pc:cxnChg chg="del mod">
          <ac:chgData name="NORITO IWAMURO" userId="cdacb19d-7880-419d-9e83-1c43e59ce585" providerId="ADAL" clId="{CCD558F6-5A2C-4A91-933D-37DCEB3AF10A}" dt="2025-12-23T02:25:13.633" v="91" actId="478"/>
          <ac:cxnSpMkLst>
            <pc:docMk/>
            <pc:sldMk cId="1124045660" sldId="271"/>
            <ac:cxnSpMk id="34" creationId="{5419AF2E-E527-A233-29F2-10C45A43561A}"/>
          </ac:cxnSpMkLst>
        </pc:cxnChg>
        <pc:cxnChg chg="del mod">
          <ac:chgData name="NORITO IWAMURO" userId="cdacb19d-7880-419d-9e83-1c43e59ce585" providerId="ADAL" clId="{CCD558F6-5A2C-4A91-933D-37DCEB3AF10A}" dt="2025-12-23T02:24:56.145" v="87" actId="478"/>
          <ac:cxnSpMkLst>
            <pc:docMk/>
            <pc:sldMk cId="1124045660" sldId="271"/>
            <ac:cxnSpMk id="42" creationId="{3CFC7678-4844-88C0-FA8C-09A447FD92A2}"/>
          </ac:cxnSpMkLst>
        </pc:cxnChg>
        <pc:cxnChg chg="del mod">
          <ac:chgData name="NORITO IWAMURO" userId="cdacb19d-7880-419d-9e83-1c43e59ce585" providerId="ADAL" clId="{CCD558F6-5A2C-4A91-933D-37DCEB3AF10A}" dt="2025-12-23T02:24:56.145" v="87" actId="478"/>
          <ac:cxnSpMkLst>
            <pc:docMk/>
            <pc:sldMk cId="1124045660" sldId="271"/>
            <ac:cxnSpMk id="46" creationId="{6EFEB75A-BECD-8AF8-CAF4-EA539CE7386C}"/>
          </ac:cxnSpMkLst>
        </pc:cxnChg>
        <pc:cxnChg chg="del mod">
          <ac:chgData name="NORITO IWAMURO" userId="cdacb19d-7880-419d-9e83-1c43e59ce585" providerId="ADAL" clId="{CCD558F6-5A2C-4A91-933D-37DCEB3AF10A}" dt="2025-12-23T02:25:15.198" v="92" actId="478"/>
          <ac:cxnSpMkLst>
            <pc:docMk/>
            <pc:sldMk cId="1124045660" sldId="271"/>
            <ac:cxnSpMk id="53" creationId="{9D4C9721-1ACA-6B0B-915A-A34573F70139}"/>
          </ac:cxnSpMkLst>
        </pc:cxnChg>
      </pc:sldChg>
      <pc:sldChg chg="addSp delSp modSp add mod">
        <pc:chgData name="NORITO IWAMURO" userId="cdacb19d-7880-419d-9e83-1c43e59ce585" providerId="ADAL" clId="{CCD558F6-5A2C-4A91-933D-37DCEB3AF10A}" dt="2025-12-23T06:25:51.701" v="180" actId="1076"/>
        <pc:sldMkLst>
          <pc:docMk/>
          <pc:sldMk cId="3792856538" sldId="272"/>
        </pc:sldMkLst>
        <pc:spChg chg="add mod">
          <ac:chgData name="NORITO IWAMURO" userId="cdacb19d-7880-419d-9e83-1c43e59ce585" providerId="ADAL" clId="{CCD558F6-5A2C-4A91-933D-37DCEB3AF10A}" dt="2025-12-23T02:27:57.437" v="129" actId="1076"/>
          <ac:spMkLst>
            <pc:docMk/>
            <pc:sldMk cId="3792856538" sldId="272"/>
            <ac:spMk id="3" creationId="{FB4E8392-B7C4-B08E-F910-535220711718}"/>
          </ac:spMkLst>
        </pc:spChg>
        <pc:spChg chg="del">
          <ac:chgData name="NORITO IWAMURO" userId="cdacb19d-7880-419d-9e83-1c43e59ce585" providerId="ADAL" clId="{CCD558F6-5A2C-4A91-933D-37DCEB3AF10A}" dt="2025-12-23T02:27:45.722" v="124" actId="478"/>
          <ac:spMkLst>
            <pc:docMk/>
            <pc:sldMk cId="3792856538" sldId="272"/>
            <ac:spMk id="4" creationId="{EFD776F6-C7AE-2F22-E14E-D02B4B2FED4F}"/>
          </ac:spMkLst>
        </pc:spChg>
        <pc:spChg chg="del">
          <ac:chgData name="NORITO IWAMURO" userId="cdacb19d-7880-419d-9e83-1c43e59ce585" providerId="ADAL" clId="{CCD558F6-5A2C-4A91-933D-37DCEB3AF10A}" dt="2025-12-23T02:27:45.722" v="124" actId="478"/>
          <ac:spMkLst>
            <pc:docMk/>
            <pc:sldMk cId="3792856538" sldId="272"/>
            <ac:spMk id="5" creationId="{ACB43246-9EB7-C209-826C-BDD3596C67A0}"/>
          </ac:spMkLst>
        </pc:spChg>
        <pc:spChg chg="add mod">
          <ac:chgData name="NORITO IWAMURO" userId="cdacb19d-7880-419d-9e83-1c43e59ce585" providerId="ADAL" clId="{CCD558F6-5A2C-4A91-933D-37DCEB3AF10A}" dt="2025-12-23T02:28:00.901" v="130" actId="1076"/>
          <ac:spMkLst>
            <pc:docMk/>
            <pc:sldMk cId="3792856538" sldId="272"/>
            <ac:spMk id="7" creationId="{4C2C26DF-130F-73B6-0399-7A8FE5CD08C0}"/>
          </ac:spMkLst>
        </pc:spChg>
        <pc:spChg chg="del">
          <ac:chgData name="NORITO IWAMURO" userId="cdacb19d-7880-419d-9e83-1c43e59ce585" providerId="ADAL" clId="{CCD558F6-5A2C-4A91-933D-37DCEB3AF10A}" dt="2025-12-23T02:27:45.722" v="124" actId="478"/>
          <ac:spMkLst>
            <pc:docMk/>
            <pc:sldMk cId="3792856538" sldId="272"/>
            <ac:spMk id="8" creationId="{96B12C96-F46A-BC6C-592E-7850DF3C9EC6}"/>
          </ac:spMkLst>
        </pc:spChg>
        <pc:spChg chg="del">
          <ac:chgData name="NORITO IWAMURO" userId="cdacb19d-7880-419d-9e83-1c43e59ce585" providerId="ADAL" clId="{CCD558F6-5A2C-4A91-933D-37DCEB3AF10A}" dt="2025-12-23T02:27:45.722" v="124" actId="478"/>
          <ac:spMkLst>
            <pc:docMk/>
            <pc:sldMk cId="3792856538" sldId="272"/>
            <ac:spMk id="9" creationId="{07EFDD63-789F-2860-C8FE-839737341881}"/>
          </ac:spMkLst>
        </pc:spChg>
        <pc:spChg chg="del">
          <ac:chgData name="NORITO IWAMURO" userId="cdacb19d-7880-419d-9e83-1c43e59ce585" providerId="ADAL" clId="{CCD558F6-5A2C-4A91-933D-37DCEB3AF10A}" dt="2025-12-23T02:27:48.155" v="125" actId="478"/>
          <ac:spMkLst>
            <pc:docMk/>
            <pc:sldMk cId="3792856538" sldId="272"/>
            <ac:spMk id="12" creationId="{D60CC140-8155-E4B7-7097-89D11AF1B4A0}"/>
          </ac:spMkLst>
        </pc:spChg>
        <pc:spChg chg="del">
          <ac:chgData name="NORITO IWAMURO" userId="cdacb19d-7880-419d-9e83-1c43e59ce585" providerId="ADAL" clId="{CCD558F6-5A2C-4A91-933D-37DCEB3AF10A}" dt="2025-12-23T02:27:48.155" v="125" actId="478"/>
          <ac:spMkLst>
            <pc:docMk/>
            <pc:sldMk cId="3792856538" sldId="272"/>
            <ac:spMk id="13" creationId="{4AD37366-4CB9-FE03-72CB-BD82787029CC}"/>
          </ac:spMkLst>
        </pc:spChg>
        <pc:spChg chg="del">
          <ac:chgData name="NORITO IWAMURO" userId="cdacb19d-7880-419d-9e83-1c43e59ce585" providerId="ADAL" clId="{CCD558F6-5A2C-4A91-933D-37DCEB3AF10A}" dt="2025-12-23T02:27:45.722" v="124" actId="478"/>
          <ac:spMkLst>
            <pc:docMk/>
            <pc:sldMk cId="3792856538" sldId="272"/>
            <ac:spMk id="19" creationId="{31FDAF36-C4B4-0E1F-74D9-0285DF4625CD}"/>
          </ac:spMkLst>
        </pc:spChg>
        <pc:spChg chg="add mod">
          <ac:chgData name="NORITO IWAMURO" userId="cdacb19d-7880-419d-9e83-1c43e59ce585" providerId="ADAL" clId="{CCD558F6-5A2C-4A91-933D-37DCEB3AF10A}" dt="2025-12-23T02:28:18.246" v="135" actId="1076"/>
          <ac:spMkLst>
            <pc:docMk/>
            <pc:sldMk cId="3792856538" sldId="272"/>
            <ac:spMk id="22" creationId="{7D51855A-6451-04FA-5E03-F80DC095953A}"/>
          </ac:spMkLst>
        </pc:spChg>
        <pc:spChg chg="del">
          <ac:chgData name="NORITO IWAMURO" userId="cdacb19d-7880-419d-9e83-1c43e59ce585" providerId="ADAL" clId="{CCD558F6-5A2C-4A91-933D-37DCEB3AF10A}" dt="2025-12-23T02:27:45.722" v="124" actId="478"/>
          <ac:spMkLst>
            <pc:docMk/>
            <pc:sldMk cId="3792856538" sldId="272"/>
            <ac:spMk id="23" creationId="{211A7A75-3D54-7843-CBE5-65BF2E9038FE}"/>
          </ac:spMkLst>
        </pc:spChg>
        <pc:spChg chg="add mod">
          <ac:chgData name="NORITO IWAMURO" userId="cdacb19d-7880-419d-9e83-1c43e59ce585" providerId="ADAL" clId="{CCD558F6-5A2C-4A91-933D-37DCEB3AF10A}" dt="2025-12-23T02:28:18.246" v="135" actId="1076"/>
          <ac:spMkLst>
            <pc:docMk/>
            <pc:sldMk cId="3792856538" sldId="272"/>
            <ac:spMk id="25" creationId="{B42BEA40-EBAB-6DC6-7D04-B85D9BB0B86D}"/>
          </ac:spMkLst>
        </pc:spChg>
        <pc:spChg chg="add mod">
          <ac:chgData name="NORITO IWAMURO" userId="cdacb19d-7880-419d-9e83-1c43e59ce585" providerId="ADAL" clId="{CCD558F6-5A2C-4A91-933D-37DCEB3AF10A}" dt="2025-12-23T02:28:21.782" v="137" actId="1076"/>
          <ac:spMkLst>
            <pc:docMk/>
            <pc:sldMk cId="3792856538" sldId="272"/>
            <ac:spMk id="28" creationId="{13D4E059-6573-96A5-92CD-6E8B8B3C3091}"/>
          </ac:spMkLst>
        </pc:spChg>
        <pc:spChg chg="add mod">
          <ac:chgData name="NORITO IWAMURO" userId="cdacb19d-7880-419d-9e83-1c43e59ce585" providerId="ADAL" clId="{CCD558F6-5A2C-4A91-933D-37DCEB3AF10A}" dt="2025-12-23T02:28:39.790" v="138" actId="1076"/>
          <ac:spMkLst>
            <pc:docMk/>
            <pc:sldMk cId="3792856538" sldId="272"/>
            <ac:spMk id="29" creationId="{AEDED90A-F878-F37E-4BBA-5DA71F6B0BC7}"/>
          </ac:spMkLst>
        </pc:spChg>
        <pc:spChg chg="add mod">
          <ac:chgData name="NORITO IWAMURO" userId="cdacb19d-7880-419d-9e83-1c43e59ce585" providerId="ADAL" clId="{CCD558F6-5A2C-4A91-933D-37DCEB3AF10A}" dt="2025-12-23T02:31:25.226" v="173"/>
          <ac:spMkLst>
            <pc:docMk/>
            <pc:sldMk cId="3792856538" sldId="272"/>
            <ac:spMk id="33" creationId="{DF8A2597-8318-DDB1-83B4-152533B2AC5F}"/>
          </ac:spMkLst>
        </pc:spChg>
        <pc:spChg chg="add mod">
          <ac:chgData name="NORITO IWAMURO" userId="cdacb19d-7880-419d-9e83-1c43e59ce585" providerId="ADAL" clId="{CCD558F6-5A2C-4A91-933D-37DCEB3AF10A}" dt="2025-12-23T06:25:51.701" v="180" actId="1076"/>
          <ac:spMkLst>
            <pc:docMk/>
            <pc:sldMk cId="3792856538" sldId="272"/>
            <ac:spMk id="34" creationId="{CB2F3470-7435-8709-9D6D-2F3C2FE60F41}"/>
          </ac:spMkLst>
        </pc:spChg>
        <pc:spChg chg="add mod">
          <ac:chgData name="NORITO IWAMURO" userId="cdacb19d-7880-419d-9e83-1c43e59ce585" providerId="ADAL" clId="{CCD558F6-5A2C-4A91-933D-37DCEB3AF10A}" dt="2025-12-23T06:25:51.701" v="180" actId="1076"/>
          <ac:spMkLst>
            <pc:docMk/>
            <pc:sldMk cId="3792856538" sldId="272"/>
            <ac:spMk id="35" creationId="{AF58DB0B-9B2D-DBE2-EA53-70B3C7B9EE28}"/>
          </ac:spMkLst>
        </pc:spChg>
        <pc:cxnChg chg="del mod">
          <ac:chgData name="NORITO IWAMURO" userId="cdacb19d-7880-419d-9e83-1c43e59ce585" providerId="ADAL" clId="{CCD558F6-5A2C-4A91-933D-37DCEB3AF10A}" dt="2025-12-23T02:27:45.722" v="124" actId="478"/>
          <ac:cxnSpMkLst>
            <pc:docMk/>
            <pc:sldMk cId="3792856538" sldId="272"/>
            <ac:cxnSpMk id="6" creationId="{924818BB-BA44-7AAC-7676-BB9824672C7B}"/>
          </ac:cxnSpMkLst>
        </pc:cxnChg>
        <pc:cxnChg chg="del mod">
          <ac:chgData name="NORITO IWAMURO" userId="cdacb19d-7880-419d-9e83-1c43e59ce585" providerId="ADAL" clId="{CCD558F6-5A2C-4A91-933D-37DCEB3AF10A}" dt="2025-12-23T02:27:45.722" v="124" actId="478"/>
          <ac:cxnSpMkLst>
            <pc:docMk/>
            <pc:sldMk cId="3792856538" sldId="272"/>
            <ac:cxnSpMk id="10" creationId="{7CDDD8B6-BF6E-AF04-4E0F-F6C7519FD00F}"/>
          </ac:cxnSpMkLst>
        </pc:cxnChg>
        <pc:cxnChg chg="add mod">
          <ac:chgData name="NORITO IWAMURO" userId="cdacb19d-7880-419d-9e83-1c43e59ce585" providerId="ADAL" clId="{CCD558F6-5A2C-4A91-933D-37DCEB3AF10A}" dt="2025-12-23T02:28:00.901" v="130" actId="1076"/>
          <ac:cxnSpMkLst>
            <pc:docMk/>
            <pc:sldMk cId="3792856538" sldId="272"/>
            <ac:cxnSpMk id="11" creationId="{8EBD8B82-351F-5FA3-7042-975E27BB74FB}"/>
          </ac:cxnSpMkLst>
        </pc:cxnChg>
        <pc:cxnChg chg="del mod">
          <ac:chgData name="NORITO IWAMURO" userId="cdacb19d-7880-419d-9e83-1c43e59ce585" providerId="ADAL" clId="{CCD558F6-5A2C-4A91-933D-37DCEB3AF10A}" dt="2025-12-23T02:27:48.155" v="125" actId="478"/>
          <ac:cxnSpMkLst>
            <pc:docMk/>
            <pc:sldMk cId="3792856538" sldId="272"/>
            <ac:cxnSpMk id="14" creationId="{77309913-5734-4EF6-6F1C-05527357978A}"/>
          </ac:cxnSpMkLst>
        </pc:cxnChg>
        <pc:cxnChg chg="mod">
          <ac:chgData name="NORITO IWAMURO" userId="cdacb19d-7880-419d-9e83-1c43e59ce585" providerId="ADAL" clId="{CCD558F6-5A2C-4A91-933D-37DCEB3AF10A}" dt="2025-12-23T02:27:42.417" v="123" actId="14100"/>
          <ac:cxnSpMkLst>
            <pc:docMk/>
            <pc:sldMk cId="3792856538" sldId="272"/>
            <ac:cxnSpMk id="18" creationId="{3BC6449D-7515-879F-15D3-8CBF8EA44662}"/>
          </ac:cxnSpMkLst>
        </pc:cxnChg>
        <pc:cxnChg chg="del mod">
          <ac:chgData name="NORITO IWAMURO" userId="cdacb19d-7880-419d-9e83-1c43e59ce585" providerId="ADAL" clId="{CCD558F6-5A2C-4A91-933D-37DCEB3AF10A}" dt="2025-12-23T02:27:45.722" v="124" actId="478"/>
          <ac:cxnSpMkLst>
            <pc:docMk/>
            <pc:sldMk cId="3792856538" sldId="272"/>
            <ac:cxnSpMk id="24" creationId="{7D08501F-265F-9045-BD60-416D73CD3190}"/>
          </ac:cxnSpMkLst>
        </pc:cxnChg>
        <pc:cxnChg chg="add mod">
          <ac:chgData name="NORITO IWAMURO" userId="cdacb19d-7880-419d-9e83-1c43e59ce585" providerId="ADAL" clId="{CCD558F6-5A2C-4A91-933D-37DCEB3AF10A}" dt="2025-12-23T02:28:18.246" v="135" actId="1076"/>
          <ac:cxnSpMkLst>
            <pc:docMk/>
            <pc:sldMk cId="3792856538" sldId="272"/>
            <ac:cxnSpMk id="26" creationId="{27C8B183-453F-1A49-1B32-2647802B9CD1}"/>
          </ac:cxnSpMkLst>
        </pc:cxnChg>
        <pc:cxnChg chg="add mod">
          <ac:chgData name="NORITO IWAMURO" userId="cdacb19d-7880-419d-9e83-1c43e59ce585" providerId="ADAL" clId="{CCD558F6-5A2C-4A91-933D-37DCEB3AF10A}" dt="2025-12-23T02:28:42.289" v="139" actId="14100"/>
          <ac:cxnSpMkLst>
            <pc:docMk/>
            <pc:sldMk cId="3792856538" sldId="272"/>
            <ac:cxnSpMk id="30" creationId="{8AC6FC00-AEFB-AF3C-399F-02D295986DCC}"/>
          </ac:cxnSpMkLst>
        </pc:cxnChg>
        <pc:cxnChg chg="add mod">
          <ac:chgData name="NORITO IWAMURO" userId="cdacb19d-7880-419d-9e83-1c43e59ce585" providerId="ADAL" clId="{CCD558F6-5A2C-4A91-933D-37DCEB3AF10A}" dt="2025-12-23T06:25:51.701" v="180" actId="1076"/>
          <ac:cxnSpMkLst>
            <pc:docMk/>
            <pc:sldMk cId="3792856538" sldId="272"/>
            <ac:cxnSpMk id="36" creationId="{A6417E4F-121E-791A-EABA-8F91B79C0560}"/>
          </ac:cxnSpMkLst>
        </pc:cxnChg>
      </pc:sldChg>
      <pc:sldChg chg="addSp delSp modSp add mod">
        <pc:chgData name="NORITO IWAMURO" userId="cdacb19d-7880-419d-9e83-1c43e59ce585" providerId="ADAL" clId="{CCD558F6-5A2C-4A91-933D-37DCEB3AF10A}" dt="2025-12-23T02:31:30.975" v="175" actId="1076"/>
        <pc:sldMkLst>
          <pc:docMk/>
          <pc:sldMk cId="2171899431" sldId="273"/>
        </pc:sldMkLst>
        <pc:spChg chg="del">
          <ac:chgData name="NORITO IWAMURO" userId="cdacb19d-7880-419d-9e83-1c43e59ce585" providerId="ADAL" clId="{CCD558F6-5A2C-4A91-933D-37DCEB3AF10A}" dt="2025-12-23T02:28:59.367" v="142" actId="478"/>
          <ac:spMkLst>
            <pc:docMk/>
            <pc:sldMk cId="2171899431" sldId="273"/>
            <ac:spMk id="3" creationId="{11AFEB20-77BE-F69D-A0AF-B06257683F83}"/>
          </ac:spMkLst>
        </pc:spChg>
        <pc:spChg chg="add mod">
          <ac:chgData name="NORITO IWAMURO" userId="cdacb19d-7880-419d-9e83-1c43e59ce585" providerId="ADAL" clId="{CCD558F6-5A2C-4A91-933D-37DCEB3AF10A}" dt="2025-12-23T02:29:05.152" v="145"/>
          <ac:spMkLst>
            <pc:docMk/>
            <pc:sldMk cId="2171899431" sldId="273"/>
            <ac:spMk id="5" creationId="{655916CA-A531-BDA6-F7A2-2CA0B98266C8}"/>
          </ac:spMkLst>
        </pc:spChg>
        <pc:spChg chg="add mod">
          <ac:chgData name="NORITO IWAMURO" userId="cdacb19d-7880-419d-9e83-1c43e59ce585" providerId="ADAL" clId="{CCD558F6-5A2C-4A91-933D-37DCEB3AF10A}" dt="2025-12-23T02:29:08.980" v="147" actId="1076"/>
          <ac:spMkLst>
            <pc:docMk/>
            <pc:sldMk cId="2171899431" sldId="273"/>
            <ac:spMk id="6" creationId="{84F5AFFA-9DC8-282E-4A16-8FCDA48F86E7}"/>
          </ac:spMkLst>
        </pc:spChg>
        <pc:spChg chg="del">
          <ac:chgData name="NORITO IWAMURO" userId="cdacb19d-7880-419d-9e83-1c43e59ce585" providerId="ADAL" clId="{CCD558F6-5A2C-4A91-933D-37DCEB3AF10A}" dt="2025-12-23T02:28:59.367" v="142" actId="478"/>
          <ac:spMkLst>
            <pc:docMk/>
            <pc:sldMk cId="2171899431" sldId="273"/>
            <ac:spMk id="7" creationId="{89F80CCC-64ED-4B38-4E02-406490CB3CF1}"/>
          </ac:spMkLst>
        </pc:spChg>
        <pc:spChg chg="add mod">
          <ac:chgData name="NORITO IWAMURO" userId="cdacb19d-7880-419d-9e83-1c43e59ce585" providerId="ADAL" clId="{CCD558F6-5A2C-4A91-933D-37DCEB3AF10A}" dt="2025-12-23T02:29:12.309" v="148" actId="1076"/>
          <ac:spMkLst>
            <pc:docMk/>
            <pc:sldMk cId="2171899431" sldId="273"/>
            <ac:spMk id="8" creationId="{6C80B628-191F-AAF6-4DB2-523D5A73EAC2}"/>
          </ac:spMkLst>
        </pc:spChg>
        <pc:spChg chg="add mod">
          <ac:chgData name="NORITO IWAMURO" userId="cdacb19d-7880-419d-9e83-1c43e59ce585" providerId="ADAL" clId="{CCD558F6-5A2C-4A91-933D-37DCEB3AF10A}" dt="2025-12-23T02:29:15.949" v="150" actId="1076"/>
          <ac:spMkLst>
            <pc:docMk/>
            <pc:sldMk cId="2171899431" sldId="273"/>
            <ac:spMk id="12" creationId="{327711F9-08E4-970B-7D28-9046EEAD4A57}"/>
          </ac:spMkLst>
        </pc:spChg>
        <pc:spChg chg="add mod">
          <ac:chgData name="NORITO IWAMURO" userId="cdacb19d-7880-419d-9e83-1c43e59ce585" providerId="ADAL" clId="{CCD558F6-5A2C-4A91-933D-37DCEB3AF10A}" dt="2025-12-23T02:29:20.356" v="151" actId="1076"/>
          <ac:spMkLst>
            <pc:docMk/>
            <pc:sldMk cId="2171899431" sldId="273"/>
            <ac:spMk id="13" creationId="{14CF1AD8-3A98-D765-6627-0DA02A8F419E}"/>
          </ac:spMkLst>
        </pc:spChg>
        <pc:spChg chg="mod">
          <ac:chgData name="NORITO IWAMURO" userId="cdacb19d-7880-419d-9e83-1c43e59ce585" providerId="ADAL" clId="{CCD558F6-5A2C-4A91-933D-37DCEB3AF10A}" dt="2025-12-23T02:29:04.260" v="144" actId="1076"/>
          <ac:spMkLst>
            <pc:docMk/>
            <pc:sldMk cId="2171899431" sldId="273"/>
            <ac:spMk id="16" creationId="{25DFB137-4505-2139-4AA4-F5E9C0B79BA7}"/>
          </ac:spMkLst>
        </pc:spChg>
        <pc:spChg chg="add mod">
          <ac:chgData name="NORITO IWAMURO" userId="cdacb19d-7880-419d-9e83-1c43e59ce585" providerId="ADAL" clId="{CCD558F6-5A2C-4A91-933D-37DCEB3AF10A}" dt="2025-12-23T02:29:40.364" v="158" actId="1076"/>
          <ac:spMkLst>
            <pc:docMk/>
            <pc:sldMk cId="2171899431" sldId="273"/>
            <ac:spMk id="19" creationId="{5279411F-D0B6-20D2-82C3-D9BA74CE770A}"/>
          </ac:spMkLst>
        </pc:spChg>
        <pc:spChg chg="add mod">
          <ac:chgData name="NORITO IWAMURO" userId="cdacb19d-7880-419d-9e83-1c43e59ce585" providerId="ADAL" clId="{CCD558F6-5A2C-4A91-933D-37DCEB3AF10A}" dt="2025-12-23T02:29:40.364" v="158" actId="1076"/>
          <ac:spMkLst>
            <pc:docMk/>
            <pc:sldMk cId="2171899431" sldId="273"/>
            <ac:spMk id="20" creationId="{1742A2BB-791C-21B6-FAEE-0360CF030971}"/>
          </ac:spMkLst>
        </pc:spChg>
        <pc:spChg chg="del">
          <ac:chgData name="NORITO IWAMURO" userId="cdacb19d-7880-419d-9e83-1c43e59ce585" providerId="ADAL" clId="{CCD558F6-5A2C-4A91-933D-37DCEB3AF10A}" dt="2025-12-23T02:29:01.012" v="143" actId="478"/>
          <ac:spMkLst>
            <pc:docMk/>
            <pc:sldMk cId="2171899431" sldId="273"/>
            <ac:spMk id="22" creationId="{745F7C67-9EB8-3C5D-518B-1B8371344EF3}"/>
          </ac:spMkLst>
        </pc:spChg>
        <pc:spChg chg="del">
          <ac:chgData name="NORITO IWAMURO" userId="cdacb19d-7880-419d-9e83-1c43e59ce585" providerId="ADAL" clId="{CCD558F6-5A2C-4A91-933D-37DCEB3AF10A}" dt="2025-12-23T02:29:01.012" v="143" actId="478"/>
          <ac:spMkLst>
            <pc:docMk/>
            <pc:sldMk cId="2171899431" sldId="273"/>
            <ac:spMk id="25" creationId="{C290FFE0-8AA9-65CF-AB67-5E063EDEC706}"/>
          </ac:spMkLst>
        </pc:spChg>
        <pc:spChg chg="add del mod">
          <ac:chgData name="NORITO IWAMURO" userId="cdacb19d-7880-419d-9e83-1c43e59ce585" providerId="ADAL" clId="{CCD558F6-5A2C-4A91-933D-37DCEB3AF10A}" dt="2025-12-23T02:29:53.505" v="162" actId="478"/>
          <ac:spMkLst>
            <pc:docMk/>
            <pc:sldMk cId="2171899431" sldId="273"/>
            <ac:spMk id="27" creationId="{3D218BDF-67AE-2EF7-6528-F830F026A05C}"/>
          </ac:spMkLst>
        </pc:spChg>
        <pc:spChg chg="del">
          <ac:chgData name="NORITO IWAMURO" userId="cdacb19d-7880-419d-9e83-1c43e59ce585" providerId="ADAL" clId="{CCD558F6-5A2C-4A91-933D-37DCEB3AF10A}" dt="2025-12-23T02:29:01.012" v="143" actId="478"/>
          <ac:spMkLst>
            <pc:docMk/>
            <pc:sldMk cId="2171899431" sldId="273"/>
            <ac:spMk id="28" creationId="{EAE7EACE-BBAC-8799-E0BB-6C556C0BC51A}"/>
          </ac:spMkLst>
        </pc:spChg>
        <pc:spChg chg="del">
          <ac:chgData name="NORITO IWAMURO" userId="cdacb19d-7880-419d-9e83-1c43e59ce585" providerId="ADAL" clId="{CCD558F6-5A2C-4A91-933D-37DCEB3AF10A}" dt="2025-12-23T02:29:01.012" v="143" actId="478"/>
          <ac:spMkLst>
            <pc:docMk/>
            <pc:sldMk cId="2171899431" sldId="273"/>
            <ac:spMk id="29" creationId="{1EDA3BA3-8CE3-7871-23AC-F5B2510626F2}"/>
          </ac:spMkLst>
        </pc:spChg>
        <pc:spChg chg="add del mod">
          <ac:chgData name="NORITO IWAMURO" userId="cdacb19d-7880-419d-9e83-1c43e59ce585" providerId="ADAL" clId="{CCD558F6-5A2C-4A91-933D-37DCEB3AF10A}" dt="2025-12-23T02:29:53.505" v="162" actId="478"/>
          <ac:spMkLst>
            <pc:docMk/>
            <pc:sldMk cId="2171899431" sldId="273"/>
            <ac:spMk id="31" creationId="{9321C557-4F7B-79C9-8B2E-91F25E9CC147}"/>
          </ac:spMkLst>
        </pc:spChg>
        <pc:spChg chg="add mod">
          <ac:chgData name="NORITO IWAMURO" userId="cdacb19d-7880-419d-9e83-1c43e59ce585" providerId="ADAL" clId="{CCD558F6-5A2C-4A91-933D-37DCEB3AF10A}" dt="2025-12-23T02:31:30.975" v="175" actId="1076"/>
          <ac:spMkLst>
            <pc:docMk/>
            <pc:sldMk cId="2171899431" sldId="273"/>
            <ac:spMk id="34" creationId="{9AF2C339-8602-0342-0297-59E845D06C15}"/>
          </ac:spMkLst>
        </pc:spChg>
        <pc:cxnChg chg="add mod">
          <ac:chgData name="NORITO IWAMURO" userId="cdacb19d-7880-419d-9e83-1c43e59ce585" providerId="ADAL" clId="{CCD558F6-5A2C-4A91-933D-37DCEB3AF10A}" dt="2025-12-23T02:29:12.309" v="148" actId="1076"/>
          <ac:cxnSpMkLst>
            <pc:docMk/>
            <pc:sldMk cId="2171899431" sldId="273"/>
            <ac:cxnSpMk id="9" creationId="{B4B4A28C-97A4-DC30-4756-6E8BD8C53232}"/>
          </ac:cxnSpMkLst>
        </pc:cxnChg>
        <pc:cxnChg chg="del mod">
          <ac:chgData name="NORITO IWAMURO" userId="cdacb19d-7880-419d-9e83-1c43e59ce585" providerId="ADAL" clId="{CCD558F6-5A2C-4A91-933D-37DCEB3AF10A}" dt="2025-12-23T02:28:59.367" v="142" actId="478"/>
          <ac:cxnSpMkLst>
            <pc:docMk/>
            <pc:sldMk cId="2171899431" sldId="273"/>
            <ac:cxnSpMk id="11" creationId="{4F4F08CC-9A5C-C3C7-F373-B8D34FFEB7B3}"/>
          </ac:cxnSpMkLst>
        </pc:cxnChg>
        <pc:cxnChg chg="add mod">
          <ac:chgData name="NORITO IWAMURO" userId="cdacb19d-7880-419d-9e83-1c43e59ce585" providerId="ADAL" clId="{CCD558F6-5A2C-4A91-933D-37DCEB3AF10A}" dt="2025-12-23T02:29:20.356" v="151" actId="1076"/>
          <ac:cxnSpMkLst>
            <pc:docMk/>
            <pc:sldMk cId="2171899431" sldId="273"/>
            <ac:cxnSpMk id="14" creationId="{9558FB94-2088-527E-792B-9F597E8D685D}"/>
          </ac:cxnSpMkLst>
        </pc:cxnChg>
        <pc:cxnChg chg="mod">
          <ac:chgData name="NORITO IWAMURO" userId="cdacb19d-7880-419d-9e83-1c43e59ce585" providerId="ADAL" clId="{CCD558F6-5A2C-4A91-933D-37DCEB3AF10A}" dt="2025-12-23T02:29:04.260" v="144" actId="1076"/>
          <ac:cxnSpMkLst>
            <pc:docMk/>
            <pc:sldMk cId="2171899431" sldId="273"/>
            <ac:cxnSpMk id="18" creationId="{E46B42FB-C316-2A2F-3DC2-59DD11EE0D2F}"/>
          </ac:cxnSpMkLst>
        </pc:cxnChg>
        <pc:cxnChg chg="add mod">
          <ac:chgData name="NORITO IWAMURO" userId="cdacb19d-7880-419d-9e83-1c43e59ce585" providerId="ADAL" clId="{CCD558F6-5A2C-4A91-933D-37DCEB3AF10A}" dt="2025-12-23T02:29:40.364" v="158" actId="1076"/>
          <ac:cxnSpMkLst>
            <pc:docMk/>
            <pc:sldMk cId="2171899431" sldId="273"/>
            <ac:cxnSpMk id="21" creationId="{6A33A0D9-66F1-4A67-0FE7-E605005C8587}"/>
          </ac:cxnSpMkLst>
        </pc:cxnChg>
        <pc:cxnChg chg="del mod">
          <ac:chgData name="NORITO IWAMURO" userId="cdacb19d-7880-419d-9e83-1c43e59ce585" providerId="ADAL" clId="{CCD558F6-5A2C-4A91-933D-37DCEB3AF10A}" dt="2025-12-23T02:29:01.012" v="143" actId="478"/>
          <ac:cxnSpMkLst>
            <pc:docMk/>
            <pc:sldMk cId="2171899431" sldId="273"/>
            <ac:cxnSpMk id="26" creationId="{CD8A2339-2642-1475-CF69-AD419BB08AD4}"/>
          </ac:cxnSpMkLst>
        </pc:cxnChg>
        <pc:cxnChg chg="del mod">
          <ac:chgData name="NORITO IWAMURO" userId="cdacb19d-7880-419d-9e83-1c43e59ce585" providerId="ADAL" clId="{CCD558F6-5A2C-4A91-933D-37DCEB3AF10A}" dt="2025-12-23T02:29:01.012" v="143" actId="478"/>
          <ac:cxnSpMkLst>
            <pc:docMk/>
            <pc:sldMk cId="2171899431" sldId="273"/>
            <ac:cxnSpMk id="30" creationId="{4CAA7F57-6CFF-9E31-3FEE-67E5FF5C2B32}"/>
          </ac:cxnSpMkLst>
        </pc:cxnChg>
        <pc:cxnChg chg="add del mod">
          <ac:chgData name="NORITO IWAMURO" userId="cdacb19d-7880-419d-9e83-1c43e59ce585" providerId="ADAL" clId="{CCD558F6-5A2C-4A91-933D-37DCEB3AF10A}" dt="2025-12-23T02:29:53.505" v="162" actId="478"/>
          <ac:cxnSpMkLst>
            <pc:docMk/>
            <pc:sldMk cId="2171899431" sldId="273"/>
            <ac:cxnSpMk id="32" creationId="{A0355B3E-ACC2-B3F4-E978-7B9CAEB881DE}"/>
          </ac:cxnSpMkLst>
        </pc:cxnChg>
      </pc:sldChg>
    </pc:docChg>
  </pc:docChgLst>
  <pc:docChgLst>
    <pc:chgData name="NORITO IWAMURO" userId="cdacb19d-7880-419d-9e83-1c43e59ce585" providerId="ADAL" clId="{490AA2C0-7721-46D1-9C51-58CCB7F5E479}"/>
    <pc:docChg chg="custSel addSld modSld">
      <pc:chgData name="NORITO IWAMURO" userId="cdacb19d-7880-419d-9e83-1c43e59ce585" providerId="ADAL" clId="{490AA2C0-7721-46D1-9C51-58CCB7F5E479}" dt="2026-01-27T05:48:10.541" v="55" actId="1076"/>
      <pc:docMkLst>
        <pc:docMk/>
      </pc:docMkLst>
      <pc:sldChg chg="addSp delSp modSp mod">
        <pc:chgData name="NORITO IWAMURO" userId="cdacb19d-7880-419d-9e83-1c43e59ce585" providerId="ADAL" clId="{490AA2C0-7721-46D1-9C51-58CCB7F5E479}" dt="2026-01-27T05:48:10.541" v="55" actId="1076"/>
        <pc:sldMkLst>
          <pc:docMk/>
          <pc:sldMk cId="3831774129" sldId="274"/>
        </pc:sldMkLst>
        <pc:spChg chg="mod">
          <ac:chgData name="NORITO IWAMURO" userId="cdacb19d-7880-419d-9e83-1c43e59ce585" providerId="ADAL" clId="{490AA2C0-7721-46D1-9C51-58CCB7F5E479}" dt="2026-01-27T05:42:48.730" v="5" actId="1076"/>
          <ac:spMkLst>
            <pc:docMk/>
            <pc:sldMk cId="3831774129" sldId="274"/>
            <ac:spMk id="3" creationId="{6F450A96-CA42-63A3-DE98-EC1D67B9C3B9}"/>
          </ac:spMkLst>
        </pc:spChg>
        <pc:spChg chg="mod">
          <ac:chgData name="NORITO IWAMURO" userId="cdacb19d-7880-419d-9e83-1c43e59ce585" providerId="ADAL" clId="{490AA2C0-7721-46D1-9C51-58CCB7F5E479}" dt="2026-01-27T05:42:48.730" v="5" actId="1076"/>
          <ac:spMkLst>
            <pc:docMk/>
            <pc:sldMk cId="3831774129" sldId="274"/>
            <ac:spMk id="5" creationId="{D54C5086-1A03-9683-BD9F-C2C81126A817}"/>
          </ac:spMkLst>
        </pc:spChg>
        <pc:spChg chg="mod">
          <ac:chgData name="NORITO IWAMURO" userId="cdacb19d-7880-419d-9e83-1c43e59ce585" providerId="ADAL" clId="{490AA2C0-7721-46D1-9C51-58CCB7F5E479}" dt="2026-01-27T05:42:48.730" v="5" actId="1076"/>
          <ac:spMkLst>
            <pc:docMk/>
            <pc:sldMk cId="3831774129" sldId="274"/>
            <ac:spMk id="9" creationId="{146E1CA9-DEC3-A9F2-0888-9B9AB6B5CC75}"/>
          </ac:spMkLst>
        </pc:spChg>
        <pc:spChg chg="del mod">
          <ac:chgData name="NORITO IWAMURO" userId="cdacb19d-7880-419d-9e83-1c43e59ce585" providerId="ADAL" clId="{490AA2C0-7721-46D1-9C51-58CCB7F5E479}" dt="2026-01-27T05:46:04.116" v="37" actId="21"/>
          <ac:spMkLst>
            <pc:docMk/>
            <pc:sldMk cId="3831774129" sldId="274"/>
            <ac:spMk id="10" creationId="{9205BADB-684C-693D-C9B5-C22F71008973}"/>
          </ac:spMkLst>
        </pc:spChg>
        <pc:spChg chg="del mod">
          <ac:chgData name="NORITO IWAMURO" userId="cdacb19d-7880-419d-9e83-1c43e59ce585" providerId="ADAL" clId="{490AA2C0-7721-46D1-9C51-58CCB7F5E479}" dt="2026-01-27T05:46:04.116" v="37" actId="21"/>
          <ac:spMkLst>
            <pc:docMk/>
            <pc:sldMk cId="3831774129" sldId="274"/>
            <ac:spMk id="11" creationId="{35D923BE-7B9F-6B94-87B2-B4B2F26D73A9}"/>
          </ac:spMkLst>
        </pc:spChg>
        <pc:spChg chg="del mod">
          <ac:chgData name="NORITO IWAMURO" userId="cdacb19d-7880-419d-9e83-1c43e59ce585" providerId="ADAL" clId="{490AA2C0-7721-46D1-9C51-58CCB7F5E479}" dt="2026-01-27T05:46:04.116" v="37" actId="21"/>
          <ac:spMkLst>
            <pc:docMk/>
            <pc:sldMk cId="3831774129" sldId="274"/>
            <ac:spMk id="13" creationId="{AD006A46-03AC-F587-8F5E-04384A9F3518}"/>
          </ac:spMkLst>
        </pc:spChg>
        <pc:spChg chg="add del mod">
          <ac:chgData name="NORITO IWAMURO" userId="cdacb19d-7880-419d-9e83-1c43e59ce585" providerId="ADAL" clId="{490AA2C0-7721-46D1-9C51-58CCB7F5E479}" dt="2026-01-27T05:45:54.390" v="34" actId="21"/>
          <ac:spMkLst>
            <pc:docMk/>
            <pc:sldMk cId="3831774129" sldId="274"/>
            <ac:spMk id="15" creationId="{FD492241-A4F9-2F30-8EB4-578A895757E6}"/>
          </ac:spMkLst>
        </pc:spChg>
        <pc:spChg chg="add del mod">
          <ac:chgData name="NORITO IWAMURO" userId="cdacb19d-7880-419d-9e83-1c43e59ce585" providerId="ADAL" clId="{490AA2C0-7721-46D1-9C51-58CCB7F5E479}" dt="2026-01-27T05:45:54.390" v="34" actId="21"/>
          <ac:spMkLst>
            <pc:docMk/>
            <pc:sldMk cId="3831774129" sldId="274"/>
            <ac:spMk id="16" creationId="{C98AFF7E-6B06-2261-A76D-D08FD3CFDC81}"/>
          </ac:spMkLst>
        </pc:spChg>
        <pc:spChg chg="add del mod">
          <ac:chgData name="NORITO IWAMURO" userId="cdacb19d-7880-419d-9e83-1c43e59ce585" providerId="ADAL" clId="{490AA2C0-7721-46D1-9C51-58CCB7F5E479}" dt="2026-01-27T05:45:54.390" v="34" actId="21"/>
          <ac:spMkLst>
            <pc:docMk/>
            <pc:sldMk cId="3831774129" sldId="274"/>
            <ac:spMk id="18" creationId="{4885AE3F-3B9A-2FCD-54ED-B97C29BC07FB}"/>
          </ac:spMkLst>
        </pc:spChg>
        <pc:spChg chg="add del mod">
          <ac:chgData name="NORITO IWAMURO" userId="cdacb19d-7880-419d-9e83-1c43e59ce585" providerId="ADAL" clId="{490AA2C0-7721-46D1-9C51-58CCB7F5E479}" dt="2026-01-27T05:45:47.856" v="32" actId="21"/>
          <ac:spMkLst>
            <pc:docMk/>
            <pc:sldMk cId="3831774129" sldId="274"/>
            <ac:spMk id="20" creationId="{39F55E42-29BC-16EA-F0AE-BCF8C11D03DF}"/>
          </ac:spMkLst>
        </pc:spChg>
        <pc:spChg chg="add del mod">
          <ac:chgData name="NORITO IWAMURO" userId="cdacb19d-7880-419d-9e83-1c43e59ce585" providerId="ADAL" clId="{490AA2C0-7721-46D1-9C51-58CCB7F5E479}" dt="2026-01-27T05:45:47.856" v="32" actId="21"/>
          <ac:spMkLst>
            <pc:docMk/>
            <pc:sldMk cId="3831774129" sldId="274"/>
            <ac:spMk id="21" creationId="{EBE636EB-1681-3B7B-BA19-BFE388AB3E43}"/>
          </ac:spMkLst>
        </pc:spChg>
        <pc:spChg chg="add del mod">
          <ac:chgData name="NORITO IWAMURO" userId="cdacb19d-7880-419d-9e83-1c43e59ce585" providerId="ADAL" clId="{490AA2C0-7721-46D1-9C51-58CCB7F5E479}" dt="2026-01-27T05:45:47.856" v="32" actId="21"/>
          <ac:spMkLst>
            <pc:docMk/>
            <pc:sldMk cId="3831774129" sldId="274"/>
            <ac:spMk id="23" creationId="{5DD667E8-59B9-CB76-A5C7-C7FC30FED0F7}"/>
          </ac:spMkLst>
        </pc:spChg>
        <pc:spChg chg="add mod">
          <ac:chgData name="NORITO IWAMURO" userId="cdacb19d-7880-419d-9e83-1c43e59ce585" providerId="ADAL" clId="{490AA2C0-7721-46D1-9C51-58CCB7F5E479}" dt="2026-01-27T05:46:27.913" v="43" actId="1076"/>
          <ac:spMkLst>
            <pc:docMk/>
            <pc:sldMk cId="3831774129" sldId="274"/>
            <ac:spMk id="30" creationId="{2C46B643-C344-7473-51D0-B60A84118FDA}"/>
          </ac:spMkLst>
        </pc:spChg>
        <pc:spChg chg="add mod">
          <ac:chgData name="NORITO IWAMURO" userId="cdacb19d-7880-419d-9e83-1c43e59ce585" providerId="ADAL" clId="{490AA2C0-7721-46D1-9C51-58CCB7F5E479}" dt="2026-01-27T05:46:32.749" v="44" actId="1076"/>
          <ac:spMkLst>
            <pc:docMk/>
            <pc:sldMk cId="3831774129" sldId="274"/>
            <ac:spMk id="31" creationId="{B3A513EA-50E7-3974-3BCF-A1E5209B508B}"/>
          </ac:spMkLst>
        </pc:spChg>
        <pc:spChg chg="add mod">
          <ac:chgData name="NORITO IWAMURO" userId="cdacb19d-7880-419d-9e83-1c43e59ce585" providerId="ADAL" clId="{490AA2C0-7721-46D1-9C51-58CCB7F5E479}" dt="2026-01-27T05:47:05.019" v="51" actId="1076"/>
          <ac:spMkLst>
            <pc:docMk/>
            <pc:sldMk cId="3831774129" sldId="274"/>
            <ac:spMk id="35" creationId="{77A6C20C-8CCE-2DEB-084C-D4E5791F56FD}"/>
          </ac:spMkLst>
        </pc:spChg>
        <pc:spChg chg="add mod">
          <ac:chgData name="NORITO IWAMURO" userId="cdacb19d-7880-419d-9e83-1c43e59ce585" providerId="ADAL" clId="{490AA2C0-7721-46D1-9C51-58CCB7F5E479}" dt="2026-01-27T05:47:05.019" v="51" actId="1076"/>
          <ac:spMkLst>
            <pc:docMk/>
            <pc:sldMk cId="3831774129" sldId="274"/>
            <ac:spMk id="36" creationId="{28C96E8C-E17F-E0EC-E323-9FAD056B5CFE}"/>
          </ac:spMkLst>
        </pc:spChg>
        <pc:spChg chg="add mod">
          <ac:chgData name="NORITO IWAMURO" userId="cdacb19d-7880-419d-9e83-1c43e59ce585" providerId="ADAL" clId="{490AA2C0-7721-46D1-9C51-58CCB7F5E479}" dt="2026-01-27T05:47:10.552" v="53" actId="1076"/>
          <ac:spMkLst>
            <pc:docMk/>
            <pc:sldMk cId="3831774129" sldId="274"/>
            <ac:spMk id="40" creationId="{8C95FB5A-5FF4-473C-B66E-35A2AA602D9A}"/>
          </ac:spMkLst>
        </pc:spChg>
        <pc:spChg chg="add mod">
          <ac:chgData name="NORITO IWAMURO" userId="cdacb19d-7880-419d-9e83-1c43e59ce585" providerId="ADAL" clId="{490AA2C0-7721-46D1-9C51-58CCB7F5E479}" dt="2026-01-27T05:48:10.541" v="55" actId="1076"/>
          <ac:spMkLst>
            <pc:docMk/>
            <pc:sldMk cId="3831774129" sldId="274"/>
            <ac:spMk id="41" creationId="{D0A57C03-1D52-FFC2-F44F-900F41F8396A}"/>
          </ac:spMkLst>
        </pc:spChg>
        <pc:cxnChg chg="mod">
          <ac:chgData name="NORITO IWAMURO" userId="cdacb19d-7880-419d-9e83-1c43e59ce585" providerId="ADAL" clId="{490AA2C0-7721-46D1-9C51-58CCB7F5E479}" dt="2026-01-27T05:42:48.730" v="5" actId="1076"/>
          <ac:cxnSpMkLst>
            <pc:docMk/>
            <pc:sldMk cId="3831774129" sldId="274"/>
            <ac:cxnSpMk id="7" creationId="{98074559-336F-1AC0-26F0-B8C0442F3811}"/>
          </ac:cxnSpMkLst>
        </pc:cxnChg>
        <pc:cxnChg chg="del mod">
          <ac:chgData name="NORITO IWAMURO" userId="cdacb19d-7880-419d-9e83-1c43e59ce585" providerId="ADAL" clId="{490AA2C0-7721-46D1-9C51-58CCB7F5E479}" dt="2026-01-27T05:46:04.116" v="37" actId="21"/>
          <ac:cxnSpMkLst>
            <pc:docMk/>
            <pc:sldMk cId="3831774129" sldId="274"/>
            <ac:cxnSpMk id="12" creationId="{E677E2A5-E282-DCC2-9268-68B762389A30}"/>
          </ac:cxnSpMkLst>
        </pc:cxnChg>
        <pc:cxnChg chg="add del mod">
          <ac:chgData name="NORITO IWAMURO" userId="cdacb19d-7880-419d-9e83-1c43e59ce585" providerId="ADAL" clId="{490AA2C0-7721-46D1-9C51-58CCB7F5E479}" dt="2026-01-27T05:45:54.390" v="34" actId="21"/>
          <ac:cxnSpMkLst>
            <pc:docMk/>
            <pc:sldMk cId="3831774129" sldId="274"/>
            <ac:cxnSpMk id="17" creationId="{6C9ECF89-48EE-DF8A-FC97-7071C42AF566}"/>
          </ac:cxnSpMkLst>
        </pc:cxnChg>
        <pc:cxnChg chg="add del mod">
          <ac:chgData name="NORITO IWAMURO" userId="cdacb19d-7880-419d-9e83-1c43e59ce585" providerId="ADAL" clId="{490AA2C0-7721-46D1-9C51-58CCB7F5E479}" dt="2026-01-27T05:45:47.856" v="32" actId="21"/>
          <ac:cxnSpMkLst>
            <pc:docMk/>
            <pc:sldMk cId="3831774129" sldId="274"/>
            <ac:cxnSpMk id="22" creationId="{C2194F3A-AF1C-D590-F950-C2C7CEE694A9}"/>
          </ac:cxnSpMkLst>
        </pc:cxnChg>
        <pc:cxnChg chg="add mod">
          <ac:chgData name="NORITO IWAMURO" userId="cdacb19d-7880-419d-9e83-1c43e59ce585" providerId="ADAL" clId="{490AA2C0-7721-46D1-9C51-58CCB7F5E479}" dt="2026-01-27T05:46:38.204" v="46" actId="14100"/>
          <ac:cxnSpMkLst>
            <pc:docMk/>
            <pc:sldMk cId="3831774129" sldId="274"/>
            <ac:cxnSpMk id="32" creationId="{84441EF6-9845-89A8-F9FF-2D748F711AA7}"/>
          </ac:cxnSpMkLst>
        </pc:cxnChg>
        <pc:cxnChg chg="add mod">
          <ac:chgData name="NORITO IWAMURO" userId="cdacb19d-7880-419d-9e83-1c43e59ce585" providerId="ADAL" clId="{490AA2C0-7721-46D1-9C51-58CCB7F5E479}" dt="2026-01-27T05:47:05.019" v="51" actId="1076"/>
          <ac:cxnSpMkLst>
            <pc:docMk/>
            <pc:sldMk cId="3831774129" sldId="274"/>
            <ac:cxnSpMk id="37" creationId="{32953680-EB53-22FA-36F7-C3EA7BD3C959}"/>
          </ac:cxnSpMkLst>
        </pc:cxnChg>
        <pc:cxnChg chg="add mod">
          <ac:chgData name="NORITO IWAMURO" userId="cdacb19d-7880-419d-9e83-1c43e59ce585" providerId="ADAL" clId="{490AA2C0-7721-46D1-9C51-58CCB7F5E479}" dt="2026-01-27T05:48:10.541" v="55" actId="1076"/>
          <ac:cxnSpMkLst>
            <pc:docMk/>
            <pc:sldMk cId="3831774129" sldId="274"/>
            <ac:cxnSpMk id="42" creationId="{8D6B8DAC-FD48-E126-93C2-A03C0D53A11C}"/>
          </ac:cxnSpMkLst>
        </pc:cxnChg>
      </pc:sldChg>
      <pc:sldChg chg="addSp modSp mod">
        <pc:chgData name="NORITO IWAMURO" userId="cdacb19d-7880-419d-9e83-1c43e59ce585" providerId="ADAL" clId="{490AA2C0-7721-46D1-9C51-58CCB7F5E479}" dt="2026-01-27T05:44:09.228" v="21" actId="14100"/>
        <pc:sldMkLst>
          <pc:docMk/>
          <pc:sldMk cId="597019203" sldId="275"/>
        </pc:sldMkLst>
        <pc:spChg chg="add mod">
          <ac:chgData name="NORITO IWAMURO" userId="cdacb19d-7880-419d-9e83-1c43e59ce585" providerId="ADAL" clId="{490AA2C0-7721-46D1-9C51-58CCB7F5E479}" dt="2026-01-27T05:43:45.851" v="17" actId="1076"/>
          <ac:spMkLst>
            <pc:docMk/>
            <pc:sldMk cId="597019203" sldId="275"/>
            <ac:spMk id="2" creationId="{F377B567-C126-2737-A1D5-EC4AD7311E75}"/>
          </ac:spMkLst>
        </pc:spChg>
        <pc:spChg chg="add mod">
          <ac:chgData name="NORITO IWAMURO" userId="cdacb19d-7880-419d-9e83-1c43e59ce585" providerId="ADAL" clId="{490AA2C0-7721-46D1-9C51-58CCB7F5E479}" dt="2026-01-27T05:43:37.183" v="14"/>
          <ac:spMkLst>
            <pc:docMk/>
            <pc:sldMk cId="597019203" sldId="275"/>
            <ac:spMk id="3" creationId="{95482EF6-6829-C2A6-5495-7E4A5768D098}"/>
          </ac:spMkLst>
        </pc:spChg>
        <pc:spChg chg="add mod">
          <ac:chgData name="NORITO IWAMURO" userId="cdacb19d-7880-419d-9e83-1c43e59ce585" providerId="ADAL" clId="{490AA2C0-7721-46D1-9C51-58CCB7F5E479}" dt="2026-01-27T05:43:37.183" v="14"/>
          <ac:spMkLst>
            <pc:docMk/>
            <pc:sldMk cId="597019203" sldId="275"/>
            <ac:spMk id="5" creationId="{E687E3E5-D238-9714-4FB5-EE7B98088E38}"/>
          </ac:spMkLst>
        </pc:spChg>
        <pc:spChg chg="add mod">
          <ac:chgData name="NORITO IWAMURO" userId="cdacb19d-7880-419d-9e83-1c43e59ce585" providerId="ADAL" clId="{490AA2C0-7721-46D1-9C51-58CCB7F5E479}" dt="2026-01-27T05:43:59.043" v="20" actId="1076"/>
          <ac:spMkLst>
            <pc:docMk/>
            <pc:sldMk cId="597019203" sldId="275"/>
            <ac:spMk id="8" creationId="{1FBF2187-7D79-70D1-451E-13018C3B6B07}"/>
          </ac:spMkLst>
        </pc:spChg>
        <pc:spChg chg="add mod">
          <ac:chgData name="NORITO IWAMURO" userId="cdacb19d-7880-419d-9e83-1c43e59ce585" providerId="ADAL" clId="{490AA2C0-7721-46D1-9C51-58CCB7F5E479}" dt="2026-01-27T05:43:59.043" v="20" actId="1076"/>
          <ac:spMkLst>
            <pc:docMk/>
            <pc:sldMk cId="597019203" sldId="275"/>
            <ac:spMk id="9" creationId="{137441E7-38E3-40EC-731A-63093897FCB3}"/>
          </ac:spMkLst>
        </pc:spChg>
        <pc:spChg chg="add mod">
          <ac:chgData name="NORITO IWAMURO" userId="cdacb19d-7880-419d-9e83-1c43e59ce585" providerId="ADAL" clId="{490AA2C0-7721-46D1-9C51-58CCB7F5E479}" dt="2026-01-27T05:43:59.043" v="20" actId="1076"/>
          <ac:spMkLst>
            <pc:docMk/>
            <pc:sldMk cId="597019203" sldId="275"/>
            <ac:spMk id="11" creationId="{0BC24C60-2542-0686-4831-14621E948C8C}"/>
          </ac:spMkLst>
        </pc:spChg>
        <pc:cxnChg chg="add mod">
          <ac:chgData name="NORITO IWAMURO" userId="cdacb19d-7880-419d-9e83-1c43e59ce585" providerId="ADAL" clId="{490AA2C0-7721-46D1-9C51-58CCB7F5E479}" dt="2026-01-27T05:43:48.700" v="18" actId="14100"/>
          <ac:cxnSpMkLst>
            <pc:docMk/>
            <pc:sldMk cId="597019203" sldId="275"/>
            <ac:cxnSpMk id="4" creationId="{7097AEA6-4EEF-FE45-BB64-65990E681EED}"/>
          </ac:cxnSpMkLst>
        </pc:cxnChg>
        <pc:cxnChg chg="add mod">
          <ac:chgData name="NORITO IWAMURO" userId="cdacb19d-7880-419d-9e83-1c43e59ce585" providerId="ADAL" clId="{490AA2C0-7721-46D1-9C51-58CCB7F5E479}" dt="2026-01-27T05:44:09.228" v="21" actId="14100"/>
          <ac:cxnSpMkLst>
            <pc:docMk/>
            <pc:sldMk cId="597019203" sldId="275"/>
            <ac:cxnSpMk id="10" creationId="{8E6250E4-A90E-99EC-8390-AAED5F003A42}"/>
          </ac:cxnSpMkLst>
        </pc:cxnChg>
      </pc:sldChg>
      <pc:sldChg chg="new">
        <pc:chgData name="NORITO IWAMURO" userId="cdacb19d-7880-419d-9e83-1c43e59ce585" providerId="ADAL" clId="{490AA2C0-7721-46D1-9C51-58CCB7F5E479}" dt="2026-01-27T05:44:58.575" v="22" actId="680"/>
        <pc:sldMkLst>
          <pc:docMk/>
          <pc:sldMk cId="1565351127" sldId="276"/>
        </pc:sldMkLst>
      </pc:sldChg>
      <pc:sldChg chg="addSp modSp new mod">
        <pc:chgData name="NORITO IWAMURO" userId="cdacb19d-7880-419d-9e83-1c43e59ce585" providerId="ADAL" clId="{490AA2C0-7721-46D1-9C51-58CCB7F5E479}" dt="2026-01-27T05:46:08.951" v="39" actId="1076"/>
        <pc:sldMkLst>
          <pc:docMk/>
          <pc:sldMk cId="1554927143" sldId="277"/>
        </pc:sldMkLst>
        <pc:spChg chg="add mod">
          <ac:chgData name="NORITO IWAMURO" userId="cdacb19d-7880-419d-9e83-1c43e59ce585" providerId="ADAL" clId="{490AA2C0-7721-46D1-9C51-58CCB7F5E479}" dt="2026-01-27T05:46:08.951" v="39" actId="1076"/>
          <ac:spMkLst>
            <pc:docMk/>
            <pc:sldMk cId="1554927143" sldId="277"/>
            <ac:spMk id="10" creationId="{9205BADB-684C-693D-C9B5-C22F71008973}"/>
          </ac:spMkLst>
        </pc:spChg>
        <pc:spChg chg="add mod">
          <ac:chgData name="NORITO IWAMURO" userId="cdacb19d-7880-419d-9e83-1c43e59ce585" providerId="ADAL" clId="{490AA2C0-7721-46D1-9C51-58CCB7F5E479}" dt="2026-01-27T05:46:08.951" v="39" actId="1076"/>
          <ac:spMkLst>
            <pc:docMk/>
            <pc:sldMk cId="1554927143" sldId="277"/>
            <ac:spMk id="11" creationId="{35D923BE-7B9F-6B94-87B2-B4B2F26D73A9}"/>
          </ac:spMkLst>
        </pc:spChg>
        <pc:spChg chg="add mod">
          <ac:chgData name="NORITO IWAMURO" userId="cdacb19d-7880-419d-9e83-1c43e59ce585" providerId="ADAL" clId="{490AA2C0-7721-46D1-9C51-58CCB7F5E479}" dt="2026-01-27T05:46:08.951" v="39" actId="1076"/>
          <ac:spMkLst>
            <pc:docMk/>
            <pc:sldMk cId="1554927143" sldId="277"/>
            <ac:spMk id="13" creationId="{AD006A46-03AC-F587-8F5E-04384A9F3518}"/>
          </ac:spMkLst>
        </pc:spChg>
        <pc:cxnChg chg="add mod">
          <ac:chgData name="NORITO IWAMURO" userId="cdacb19d-7880-419d-9e83-1c43e59ce585" providerId="ADAL" clId="{490AA2C0-7721-46D1-9C51-58CCB7F5E479}" dt="2026-01-27T05:46:08.951" v="39" actId="1076"/>
          <ac:cxnSpMkLst>
            <pc:docMk/>
            <pc:sldMk cId="1554927143" sldId="277"/>
            <ac:cxnSpMk id="12" creationId="{E677E2A5-E282-DCC2-9268-68B762389A30}"/>
          </ac:cxnSpMkLst>
        </pc:cxnChg>
      </pc:sldChg>
      <pc:sldChg chg="addSp modSp new mod">
        <pc:chgData name="NORITO IWAMURO" userId="cdacb19d-7880-419d-9e83-1c43e59ce585" providerId="ADAL" clId="{490AA2C0-7721-46D1-9C51-58CCB7F5E479}" dt="2026-01-27T05:45:59.844" v="36" actId="1076"/>
        <pc:sldMkLst>
          <pc:docMk/>
          <pc:sldMk cId="2716727984" sldId="278"/>
        </pc:sldMkLst>
        <pc:spChg chg="add mod">
          <ac:chgData name="NORITO IWAMURO" userId="cdacb19d-7880-419d-9e83-1c43e59ce585" providerId="ADAL" clId="{490AA2C0-7721-46D1-9C51-58CCB7F5E479}" dt="2026-01-27T05:45:59.844" v="36" actId="1076"/>
          <ac:spMkLst>
            <pc:docMk/>
            <pc:sldMk cId="2716727984" sldId="278"/>
            <ac:spMk id="15" creationId="{FD492241-A4F9-2F30-8EB4-578A895757E6}"/>
          </ac:spMkLst>
        </pc:spChg>
        <pc:spChg chg="add mod">
          <ac:chgData name="NORITO IWAMURO" userId="cdacb19d-7880-419d-9e83-1c43e59ce585" providerId="ADAL" clId="{490AA2C0-7721-46D1-9C51-58CCB7F5E479}" dt="2026-01-27T05:45:59.844" v="36" actId="1076"/>
          <ac:spMkLst>
            <pc:docMk/>
            <pc:sldMk cId="2716727984" sldId="278"/>
            <ac:spMk id="16" creationId="{C98AFF7E-6B06-2261-A76D-D08FD3CFDC81}"/>
          </ac:spMkLst>
        </pc:spChg>
        <pc:spChg chg="add mod">
          <ac:chgData name="NORITO IWAMURO" userId="cdacb19d-7880-419d-9e83-1c43e59ce585" providerId="ADAL" clId="{490AA2C0-7721-46D1-9C51-58CCB7F5E479}" dt="2026-01-27T05:45:59.844" v="36" actId="1076"/>
          <ac:spMkLst>
            <pc:docMk/>
            <pc:sldMk cId="2716727984" sldId="278"/>
            <ac:spMk id="18" creationId="{4885AE3F-3B9A-2FCD-54ED-B97C29BC07FB}"/>
          </ac:spMkLst>
        </pc:spChg>
        <pc:cxnChg chg="add mod">
          <ac:chgData name="NORITO IWAMURO" userId="cdacb19d-7880-419d-9e83-1c43e59ce585" providerId="ADAL" clId="{490AA2C0-7721-46D1-9C51-58CCB7F5E479}" dt="2026-01-27T05:45:59.844" v="36" actId="1076"/>
          <ac:cxnSpMkLst>
            <pc:docMk/>
            <pc:sldMk cId="2716727984" sldId="278"/>
            <ac:cxnSpMk id="17" creationId="{6C9ECF89-48EE-DF8A-FC97-7071C42AF566}"/>
          </ac:cxnSpMkLst>
        </pc:cxnChg>
      </pc:sldChg>
      <pc:sldChg chg="addSp modSp new">
        <pc:chgData name="NORITO IWAMURO" userId="cdacb19d-7880-419d-9e83-1c43e59ce585" providerId="ADAL" clId="{490AA2C0-7721-46D1-9C51-58CCB7F5E479}" dt="2026-01-27T05:45:48.995" v="33"/>
        <pc:sldMkLst>
          <pc:docMk/>
          <pc:sldMk cId="1938088186" sldId="279"/>
        </pc:sldMkLst>
        <pc:spChg chg="add mod">
          <ac:chgData name="NORITO IWAMURO" userId="cdacb19d-7880-419d-9e83-1c43e59ce585" providerId="ADAL" clId="{490AA2C0-7721-46D1-9C51-58CCB7F5E479}" dt="2026-01-27T05:45:48.995" v="33"/>
          <ac:spMkLst>
            <pc:docMk/>
            <pc:sldMk cId="1938088186" sldId="279"/>
            <ac:spMk id="20" creationId="{39F55E42-29BC-16EA-F0AE-BCF8C11D03DF}"/>
          </ac:spMkLst>
        </pc:spChg>
        <pc:spChg chg="add mod">
          <ac:chgData name="NORITO IWAMURO" userId="cdacb19d-7880-419d-9e83-1c43e59ce585" providerId="ADAL" clId="{490AA2C0-7721-46D1-9C51-58CCB7F5E479}" dt="2026-01-27T05:45:48.995" v="33"/>
          <ac:spMkLst>
            <pc:docMk/>
            <pc:sldMk cId="1938088186" sldId="279"/>
            <ac:spMk id="21" creationId="{EBE636EB-1681-3B7B-BA19-BFE388AB3E43}"/>
          </ac:spMkLst>
        </pc:spChg>
        <pc:spChg chg="add mod">
          <ac:chgData name="NORITO IWAMURO" userId="cdacb19d-7880-419d-9e83-1c43e59ce585" providerId="ADAL" clId="{490AA2C0-7721-46D1-9C51-58CCB7F5E479}" dt="2026-01-27T05:45:48.995" v="33"/>
          <ac:spMkLst>
            <pc:docMk/>
            <pc:sldMk cId="1938088186" sldId="279"/>
            <ac:spMk id="23" creationId="{5DD667E8-59B9-CB76-A5C7-C7FC30FED0F7}"/>
          </ac:spMkLst>
        </pc:spChg>
        <pc:cxnChg chg="add mod">
          <ac:chgData name="NORITO IWAMURO" userId="cdacb19d-7880-419d-9e83-1c43e59ce585" providerId="ADAL" clId="{490AA2C0-7721-46D1-9C51-58CCB7F5E479}" dt="2026-01-27T05:45:48.995" v="33"/>
          <ac:cxnSpMkLst>
            <pc:docMk/>
            <pc:sldMk cId="1938088186" sldId="279"/>
            <ac:cxnSpMk id="22" creationId="{C2194F3A-AF1C-D590-F950-C2C7CEE694A9}"/>
          </ac:cxnSpMkLst>
        </pc:cxnChg>
      </pc:sldChg>
      <pc:sldChg chg="new">
        <pc:chgData name="NORITO IWAMURO" userId="cdacb19d-7880-419d-9e83-1c43e59ce585" providerId="ADAL" clId="{490AA2C0-7721-46D1-9C51-58CCB7F5E479}" dt="2026-01-27T05:46:13.729" v="40" actId="680"/>
        <pc:sldMkLst>
          <pc:docMk/>
          <pc:sldMk cId="2352421690" sldId="280"/>
        </pc:sldMkLst>
      </pc:sldChg>
      <pc:sldChg chg="new">
        <pc:chgData name="NORITO IWAMURO" userId="cdacb19d-7880-419d-9e83-1c43e59ce585" providerId="ADAL" clId="{490AA2C0-7721-46D1-9C51-58CCB7F5E479}" dt="2026-01-27T05:46:14.376" v="41" actId="680"/>
        <pc:sldMkLst>
          <pc:docMk/>
          <pc:sldMk cId="2290652889" sldId="28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02A09-F8FE-4E54-A95F-C5CC61F68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0581BA4-DB7C-4D5C-9149-780815267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58B73A-513A-41DD-9BBD-EF76D58BB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24A9-D04C-40EB-A6A7-D979B0BE0307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905DA7-D4D5-4EFF-8767-368E7853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BD32BC-E4AA-4B04-A6D8-A21D42D28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A8790-CE97-4BA5-9487-CD77C89AF5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255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357E11-A9D8-4FCF-961C-BB201B09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788EA7-2C2C-4E11-A5F7-4404FAA01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3A2D96-F026-40D4-AF68-E1925CE9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24A9-D04C-40EB-A6A7-D979B0BE0307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950B8E-DA6E-4AA9-9C52-3C1BD6FC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326ECB-0DAB-4851-8B5A-84A5CCFB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A8790-CE97-4BA5-9487-CD77C89AF5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5394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9A7578-35F8-417D-8604-0EE91D2E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751F85-1A76-4D3D-A7C9-990B9B623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FA4FF2-E6C1-4BA1-9D63-96A17D0B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24A9-D04C-40EB-A6A7-D979B0BE0307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80D6FA-4D60-45F1-BFED-1E58BE08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584F8D-933C-4500-B947-4B5E01F1D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A8790-CE97-4BA5-9487-CD77C89AF5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5509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AE7A34-1FB6-4286-9567-0813434A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2E2991-B5C5-4F4B-83CD-71B936C35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FCDA93-1BB8-426E-B095-00CEA678E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0DB747-6880-4C5D-9F75-22E7BF76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24A9-D04C-40EB-A6A7-D979B0BE0307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481EFB-3A90-496D-915C-756447362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AE47EA-4F2C-4B87-9F33-D91FF59F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A8790-CE97-4BA5-9487-CD77C89AF5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842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A22A2A-0D25-4B55-8959-A12907700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56315C-12DF-4222-8364-500E5E819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4F6469-C8BB-4FE8-BF2D-709A50FF2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B75AD89-1AD2-4F81-9CDF-8BFD1967D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81F30B5-A97F-4574-BF7E-0A5C5385F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75D8845-A324-4014-96AB-417A3B5F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24A9-D04C-40EB-A6A7-D979B0BE0307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8600B3-956D-47F8-B069-DFDABE021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7D0A7C-6AD7-40B7-B3B4-51492E25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A8790-CE97-4BA5-9487-CD77C89AF5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1564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3AF40-D837-4CD4-BD07-7DC6AB97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7AAF933-CF08-4ED3-9372-22B2B1F7A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24A9-D04C-40EB-A6A7-D979B0BE0307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359DA27-1A7B-4D82-BD6D-2C1C7EB2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27961E7-DC47-4EBE-923C-8438D88E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A8790-CE97-4BA5-9487-CD77C89AF5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854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381D0B1-2774-4AED-B766-316A125E0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24A9-D04C-40EB-A6A7-D979B0BE0307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4441F7F-A3AF-45C0-BAC5-DC51F2DE6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C6751B-9F23-4A90-99E3-B904B078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A8790-CE97-4BA5-9487-CD77C89AF5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56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1EEC87-86E5-4DCA-9F9A-7C6EB23A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BD6731-3ED3-4E50-BA8D-876942814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BFA8B2-6889-4A02-ABB0-FA92EEF38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492120-780B-430D-BAE1-41C33DD3F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24A9-D04C-40EB-A6A7-D979B0BE0307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1952E8-A72C-4114-90B6-5E635DDA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ABBAB2-C274-4D4E-B14D-60D50DF4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A8790-CE97-4BA5-9487-CD77C89AF5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82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585606-6695-43DE-9A75-48DAFAEA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BFC31C1-A9CF-4D28-8E98-5D786BF02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573D12-B983-4A60-825F-F0841A5A6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7600EC-D197-4F48-9D1F-C377A1783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24A9-D04C-40EB-A6A7-D979B0BE0307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8A8591-E844-4540-8191-ECAA59AD4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9E66BD-A8DA-4A70-8694-31FC592FB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A8790-CE97-4BA5-9487-CD77C89AF5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03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B4BB8B-D208-41E2-B34B-8063AFFA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92DEA0-3829-46A7-BDB6-538E7E75E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5F204A-2033-472A-8070-A4723B29C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24A9-D04C-40EB-A6A7-D979B0BE0307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2928A9-F106-48DD-97BF-065AF627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AB3401-E96E-4AA7-8769-6DED3137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A8790-CE97-4BA5-9487-CD77C89AF5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76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3802632-F7A5-46DE-8BD3-84FDE59A1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A96F02-C6C7-4759-B7BD-B7EC61A98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CF797C-0433-41D9-9443-532CCEE3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24A9-D04C-40EB-A6A7-D979B0BE0307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6AC6D7-411E-4822-92F5-F6127297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305433-997D-4A6A-BBD2-036846BFC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A8790-CE97-4BA5-9487-CD77C89AF5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10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D6F6C5E-4829-4325-96EC-FA2E8388B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00" y="321037"/>
            <a:ext cx="11448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144FAE-8115-4B04-9DE4-B4B005124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000" y="1252330"/>
            <a:ext cx="11448000" cy="4914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9F086F-B27A-4BB6-BC90-9B4DC31DD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0411" y="6356350"/>
            <a:ext cx="30010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9C3D24A9-D04C-40EB-A6A7-D979B0BE0307}" type="datetimeFigureOut">
              <a:rPr lang="ja-JP" altLang="en-US" smtClean="0"/>
              <a:pPr/>
              <a:t>2026/1/26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AB4E2F-FD12-4A2D-8945-374DE50CB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46917" y="6356350"/>
            <a:ext cx="4501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3A4959-ADDB-4A79-9BEC-6AE1EADC4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2811" y="6356350"/>
            <a:ext cx="30010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07A8790-CE97-4BA5-9487-CD77C89AF5B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2888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 baseline="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447675" indent="-447675" algn="l" defTabSz="914400" rtl="0" eaLnBrk="1" latinLnBrk="0" hangingPunct="1">
        <a:lnSpc>
          <a:spcPct val="120000"/>
        </a:lnSpc>
        <a:spcBef>
          <a:spcPts val="1000"/>
        </a:spcBef>
        <a:buClr>
          <a:schemeClr val="accent2"/>
        </a:buClr>
        <a:buFont typeface="Wingdings" panose="05000000000000000000" pitchFamily="2" charset="2"/>
        <a:buChar char="p"/>
        <a:defRPr kumimoji="1" sz="2800" kern="1200" baseline="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804863" indent="-347663" algn="l" defTabSz="914400" rtl="0" eaLnBrk="1" latinLnBrk="0" hangingPunct="1">
        <a:lnSpc>
          <a:spcPct val="120000"/>
        </a:lnSpc>
        <a:spcBef>
          <a:spcPts val="500"/>
        </a:spcBef>
        <a:buClr>
          <a:schemeClr val="accent2"/>
        </a:buClr>
        <a:buFont typeface="Wingdings" panose="05000000000000000000" pitchFamily="2" charset="2"/>
        <a:buChar char="ü"/>
        <a:defRPr kumimoji="1" sz="2400" kern="1200" baseline="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252538" indent="-338138" algn="l" defTabSz="914400" rtl="0" eaLnBrk="1" latinLnBrk="0" hangingPunct="1">
        <a:lnSpc>
          <a:spcPct val="120000"/>
        </a:lnSpc>
        <a:spcBef>
          <a:spcPts val="500"/>
        </a:spcBef>
        <a:buClr>
          <a:schemeClr val="accent2"/>
        </a:buClr>
        <a:buFont typeface="Wingdings" panose="05000000000000000000" pitchFamily="2" charset="2"/>
        <a:buChar char="Ø"/>
        <a:defRPr kumimoji="1" sz="2000" kern="1200" baseline="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9725" indent="-238125" algn="l" defTabSz="914400" rtl="0" eaLnBrk="1" latinLnBrk="0" hangingPunct="1">
        <a:lnSpc>
          <a:spcPct val="120000"/>
        </a:lnSpc>
        <a:spcBef>
          <a:spcPts val="500"/>
        </a:spcBef>
        <a:buClr>
          <a:schemeClr val="accent2"/>
        </a:buClr>
        <a:buFont typeface="Wingdings" panose="05000000000000000000" pitchFamily="2" charset="2"/>
        <a:buChar char="l"/>
        <a:defRPr kumimoji="1" sz="1800" kern="1200" baseline="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 baseline="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.github.io/docfx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qiita.com/pierusan2010/items/fbaa8fdf9b7f998bf56f" TargetMode="External"/><Relationship Id="rId2" Type="http://schemas.openxmlformats.org/officeDocument/2006/relationships/hyperlink" Target="https://plantuml.com/j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gcgroup.sharepoint.com/sites/EDXDesignInnovation/_layouts/15/download.aspx?UniqueId=1cad0eae2b1a4b90a2c941bfd489d42a&amp;e=Ui3GfU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ja-jp/visualstudio/liveshare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55C499-7E47-4C6E-A0AE-5BF15ECA6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Extreme Programing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3D0873-D011-4FAE-A835-D402F875A7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685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3626A2-BE79-1082-42BD-16195008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大抵のシステム開発での課題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EF21C6-E2CD-349B-7419-2520B5F5B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図書と</a:t>
            </a:r>
            <a:r>
              <a:rPr kumimoji="1" lang="en-US" altLang="ja-JP"/>
              <a:t>Code</a:t>
            </a:r>
            <a:r>
              <a:rPr kumimoji="1" lang="ja-JP" altLang="en-US"/>
              <a:t>の整合性が取れない</a:t>
            </a:r>
            <a:endParaRPr lang="en-US" altLang="ja-JP"/>
          </a:p>
          <a:p>
            <a:r>
              <a:rPr kumimoji="1" lang="ja-JP" altLang="en-US"/>
              <a:t>じゃあいっそ、</a:t>
            </a:r>
            <a:r>
              <a:rPr kumimoji="1" lang="en-US" altLang="ja-JP"/>
              <a:t>Code</a:t>
            </a:r>
            <a:r>
              <a:rPr kumimoji="1" lang="ja-JP" altLang="en-US"/>
              <a:t>から図書を生成出来るようにしようぜ！</a:t>
            </a:r>
            <a:endParaRPr kumimoji="1" lang="en-US" altLang="ja-JP"/>
          </a:p>
          <a:p>
            <a:r>
              <a:rPr kumimoji="1" lang="en-US" altLang="ja-JP"/>
              <a:t>Extreme Programming</a:t>
            </a:r>
            <a:r>
              <a:rPr kumimoji="1" lang="ja-JP" altLang="en-US"/>
              <a:t>やっちゃおう！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1057956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DA3D35-F6E1-6CFD-C938-1829762E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5</a:t>
            </a:r>
            <a:r>
              <a:rPr kumimoji="1" lang="ja-JP" altLang="en-US"/>
              <a:t>つの価値を大事にします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F753B2-26C8-C53D-CF28-E06109477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ja-JP" altLang="en-US"/>
              <a:t>コミュニケーション</a:t>
            </a:r>
          </a:p>
          <a:p>
            <a:pPr lvl="1"/>
            <a:r>
              <a:rPr kumimoji="1" lang="ja-JP" altLang="en-US"/>
              <a:t>プロジェクトが失敗する原因の多くはコミュニケーション不足です。エクストリームプログラミングでは開発チーム内だけでなく、顧客とのコミュニケーションも重視します。</a:t>
            </a:r>
          </a:p>
          <a:p>
            <a:r>
              <a:rPr kumimoji="1" lang="ja-JP" altLang="en-US"/>
              <a:t>シンプル</a:t>
            </a:r>
          </a:p>
          <a:p>
            <a:pPr lvl="1"/>
            <a:r>
              <a:rPr kumimoji="1" lang="ja-JP" altLang="en-US"/>
              <a:t>最初の設計を極力シンプルにします。基本的な機能だけを盛り込み、そのほかの機能が必要になれば、その都度対応します。</a:t>
            </a:r>
          </a:p>
          <a:p>
            <a:r>
              <a:rPr kumimoji="1" lang="ja-JP" altLang="en-US"/>
              <a:t>フィードバック</a:t>
            </a:r>
          </a:p>
          <a:p>
            <a:pPr lvl="1"/>
            <a:r>
              <a:rPr kumimoji="1" lang="ja-JP" altLang="en-US"/>
              <a:t>ソフトウェア開発において、不要な機能を盛り込むのは大きな無駄となります。顧客からのフィードバックを得て、必要な機能を洗い出すことが大切です。</a:t>
            </a:r>
          </a:p>
          <a:p>
            <a:r>
              <a:rPr kumimoji="1" lang="ja-JP" altLang="en-US"/>
              <a:t>勇気</a:t>
            </a:r>
          </a:p>
          <a:p>
            <a:pPr lvl="1"/>
            <a:r>
              <a:rPr kumimoji="1" lang="ja-JP" altLang="en-US"/>
              <a:t>最初に綿密な計画を立てないという特性上、途中で大胆な変更が求められる場合があります。</a:t>
            </a:r>
          </a:p>
          <a:p>
            <a:r>
              <a:rPr kumimoji="1" lang="ja-JP" altLang="en-US"/>
              <a:t>尊重</a:t>
            </a:r>
          </a:p>
          <a:p>
            <a:pPr lvl="1"/>
            <a:r>
              <a:rPr kumimoji="1" lang="ja-JP" altLang="en-US"/>
              <a:t>チームで開発する以上、ほかのメンバーを尊重する姿勢は欠かせません。</a:t>
            </a:r>
          </a:p>
        </p:txBody>
      </p:sp>
    </p:spTree>
    <p:extLst>
      <p:ext uri="{BB962C8B-B14F-4D97-AF65-F5344CB8AC3E}">
        <p14:creationId xmlns:p14="http://schemas.microsoft.com/office/powerpoint/2010/main" val="170202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8FA0E6-D635-511B-02DC-49256E17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Extreme programming</a:t>
            </a:r>
            <a:r>
              <a:rPr lang="ja-JP" altLang="en-US"/>
              <a:t> </a:t>
            </a:r>
            <a:r>
              <a:rPr lang="en-US" altLang="ja-JP"/>
              <a:t>practice</a:t>
            </a:r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C06B4D7C-D116-FFBF-135D-2562C974C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973452"/>
              </p:ext>
            </p:extLst>
          </p:nvPr>
        </p:nvGraphicFramePr>
        <p:xfrm>
          <a:off x="962660" y="1999826"/>
          <a:ext cx="10266680" cy="4464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332">
                  <a:extLst>
                    <a:ext uri="{9D8B030D-6E8A-4147-A177-3AD203B41FA5}">
                      <a16:colId xmlns:a16="http://schemas.microsoft.com/office/drawing/2014/main" val="4096423735"/>
                    </a:ext>
                  </a:extLst>
                </a:gridCol>
                <a:gridCol w="2756301">
                  <a:extLst>
                    <a:ext uri="{9D8B030D-6E8A-4147-A177-3AD203B41FA5}">
                      <a16:colId xmlns:a16="http://schemas.microsoft.com/office/drawing/2014/main" val="190237734"/>
                    </a:ext>
                  </a:extLst>
                </a:gridCol>
                <a:gridCol w="6420047">
                  <a:extLst>
                    <a:ext uri="{9D8B030D-6E8A-4147-A177-3AD203B41FA5}">
                      <a16:colId xmlns:a16="http://schemas.microsoft.com/office/drawing/2014/main" val="4100725912"/>
                    </a:ext>
                  </a:extLst>
                </a:gridCol>
              </a:tblGrid>
              <a:tr h="496109">
                <a:tc>
                  <a:txBody>
                    <a:bodyPr/>
                    <a:lstStyle/>
                    <a:p>
                      <a:r>
                        <a:rPr kumimoji="1" lang="en-US" altLang="ja-JP" sz="2400"/>
                        <a:t>SN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/>
                        <a:t>カテゴリ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/>
                        <a:t>プラクティス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572207"/>
                  </a:ext>
                </a:extLst>
              </a:tr>
              <a:tr h="892996">
                <a:tc>
                  <a:txBody>
                    <a:bodyPr/>
                    <a:lstStyle/>
                    <a:p>
                      <a:r>
                        <a:rPr kumimoji="1" lang="en-US" altLang="ja-JP" sz="2400"/>
                        <a:t>1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共同のプラクティス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反復、共通の用語、オープンな作業空間、回顧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862734"/>
                  </a:ext>
                </a:extLst>
              </a:tr>
              <a:tr h="1289884">
                <a:tc>
                  <a:txBody>
                    <a:bodyPr/>
                    <a:lstStyle/>
                    <a:p>
                      <a:r>
                        <a:rPr kumimoji="1" lang="en-US" altLang="ja-JP" sz="2400"/>
                        <a:t>2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開発のプラクティス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テスト主導型の開発、ペア・プログラミング、リファクタリング、集団的な所有権、継続的インテグレーション、</a:t>
                      </a:r>
                      <a:r>
                        <a:rPr lang="en-US" altLang="ja-JP" sz="2400"/>
                        <a:t>YAGNI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227352"/>
                  </a:ext>
                </a:extLst>
              </a:tr>
              <a:tr h="892996">
                <a:tc>
                  <a:txBody>
                    <a:bodyPr/>
                    <a:lstStyle/>
                    <a:p>
                      <a:r>
                        <a:rPr kumimoji="1" lang="en-US" altLang="ja-JP" sz="2400"/>
                        <a:t>3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管理者のプラクティス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責任の受け入れ、援護、四半期ごとの見直し、ミラー、持続可能なペース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528027"/>
                  </a:ext>
                </a:extLst>
              </a:tr>
              <a:tr h="892996">
                <a:tc>
                  <a:txBody>
                    <a:bodyPr/>
                    <a:lstStyle/>
                    <a:p>
                      <a:r>
                        <a:rPr kumimoji="1" lang="en-US" altLang="ja-JP" sz="2400"/>
                        <a:t>4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顧客のプラクティス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2400"/>
                        <a:t>ストーリーの作成、リリース計画、受け入れテスト、頻繁なリリース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977935"/>
                  </a:ext>
                </a:extLst>
              </a:tr>
            </a:tbl>
          </a:graphicData>
        </a:graphic>
      </p:graphicFrame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1CAF750-AED5-3795-635C-D13E1523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00" y="1252330"/>
            <a:ext cx="11448000" cy="805069"/>
          </a:xfrm>
        </p:spPr>
        <p:txBody>
          <a:bodyPr>
            <a:normAutofit/>
          </a:bodyPr>
          <a:lstStyle/>
          <a:p>
            <a:r>
              <a:rPr kumimoji="1" lang="ja-JP" altLang="en-US"/>
              <a:t>下記の</a:t>
            </a:r>
            <a:r>
              <a:rPr kumimoji="1" lang="en-US" altLang="ja-JP"/>
              <a:t>Practice</a:t>
            </a:r>
            <a:r>
              <a:rPr kumimoji="1" lang="ja-JP" altLang="en-US"/>
              <a:t>やってみよう！</a:t>
            </a:r>
          </a:p>
        </p:txBody>
      </p:sp>
    </p:spTree>
    <p:extLst>
      <p:ext uri="{BB962C8B-B14F-4D97-AF65-F5344CB8AC3E}">
        <p14:creationId xmlns:p14="http://schemas.microsoft.com/office/powerpoint/2010/main" val="317291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B347D2-7201-359A-7A08-133E82CD2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今回開発する環境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B6B911-CEA2-00C4-B4F5-BE6F7F8B1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ヘキサゴナルアーキテクチャを目指す </a:t>
            </a:r>
            <a:r>
              <a:rPr kumimoji="1" lang="en-US" altLang="ja-JP"/>
              <a:t>(DDD</a:t>
            </a:r>
            <a:r>
              <a:rPr kumimoji="1" lang="ja-JP" altLang="en-US"/>
              <a:t>でやった事と同様</a:t>
            </a:r>
            <a:r>
              <a:rPr kumimoji="1" lang="en-US" altLang="ja-JP"/>
              <a:t>)</a:t>
            </a:r>
          </a:p>
          <a:p>
            <a:r>
              <a:rPr kumimoji="1" lang="en-US" altLang="ja-JP"/>
              <a:t>C#</a:t>
            </a:r>
          </a:p>
          <a:p>
            <a:r>
              <a:rPr kumimoji="1" lang="en-US" altLang="ja-JP"/>
              <a:t>Visual Studio 2022</a:t>
            </a:r>
            <a:endParaRPr kumimoji="1" lang="ja-JP" altLang="en-US"/>
          </a:p>
        </p:txBody>
      </p:sp>
      <p:pic>
        <p:nvPicPr>
          <p:cNvPr id="1028" name="Picture 4" descr="Hexagonal, Onion, Clean Architectureの超ザックリとした要点">
            <a:extLst>
              <a:ext uri="{FF2B5EF4-FFF2-40B4-BE49-F238E27FC236}">
                <a16:creationId xmlns:a16="http://schemas.microsoft.com/office/drawing/2014/main" id="{2AF8B0BE-99AF-265C-0C17-B10E5D080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876" y="2514499"/>
            <a:ext cx="6212124" cy="414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14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D1F717-C24B-6D03-1085-5FA2B80C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UML</a:t>
            </a:r>
            <a:r>
              <a:rPr kumimoji="1" lang="ja-JP" altLang="en-US"/>
              <a:t>図一例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764586-E0FC-C7AD-6BE5-D8D6EAB0B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kumimoji="1" lang="ja-JP" altLang="en-US"/>
              <a:t>クラス図（</a:t>
            </a:r>
            <a:r>
              <a:rPr kumimoji="1" lang="en-US" altLang="ja-JP"/>
              <a:t>Class Diagram</a:t>
            </a:r>
            <a:r>
              <a:rPr kumimoji="1" lang="ja-JP" altLang="en-US"/>
              <a:t>）</a:t>
            </a:r>
          </a:p>
          <a:p>
            <a:r>
              <a:rPr kumimoji="1" lang="ja-JP" altLang="en-US"/>
              <a:t>オブジェクト図（</a:t>
            </a:r>
            <a:r>
              <a:rPr kumimoji="1" lang="en-US" altLang="ja-JP"/>
              <a:t>Object Diagram</a:t>
            </a:r>
            <a:r>
              <a:rPr kumimoji="1" lang="ja-JP" altLang="en-US"/>
              <a:t>）</a:t>
            </a:r>
          </a:p>
          <a:p>
            <a:r>
              <a:rPr kumimoji="1" lang="ja-JP" altLang="en-US"/>
              <a:t>コンポーネント図（</a:t>
            </a:r>
            <a:r>
              <a:rPr kumimoji="1" lang="en-US" altLang="ja-JP"/>
              <a:t>Component Diagram</a:t>
            </a:r>
            <a:r>
              <a:rPr kumimoji="1" lang="ja-JP" altLang="en-US"/>
              <a:t>）</a:t>
            </a:r>
          </a:p>
          <a:p>
            <a:r>
              <a:rPr kumimoji="1" lang="ja-JP" altLang="en-US"/>
              <a:t>振る舞い図（</a:t>
            </a:r>
            <a:r>
              <a:rPr kumimoji="1" lang="en-US" altLang="ja-JP"/>
              <a:t>Behavior Diagrams</a:t>
            </a:r>
            <a:r>
              <a:rPr kumimoji="1" lang="ja-JP" altLang="en-US"/>
              <a:t>）</a:t>
            </a:r>
          </a:p>
          <a:p>
            <a:r>
              <a:rPr kumimoji="1" lang="ja-JP" altLang="en-US"/>
              <a:t>ユースケース図（</a:t>
            </a:r>
            <a:r>
              <a:rPr kumimoji="1" lang="en-US" altLang="ja-JP"/>
              <a:t>Use Case Diagram</a:t>
            </a:r>
            <a:r>
              <a:rPr kumimoji="1" lang="ja-JP" altLang="en-US"/>
              <a:t>）</a:t>
            </a:r>
          </a:p>
          <a:p>
            <a:r>
              <a:rPr kumimoji="1" lang="ja-JP" altLang="en-US"/>
              <a:t>アクティビティ図（</a:t>
            </a:r>
            <a:r>
              <a:rPr kumimoji="1" lang="en-US" altLang="ja-JP"/>
              <a:t>Activity Diagram</a:t>
            </a:r>
            <a:r>
              <a:rPr kumimoji="1" lang="ja-JP" altLang="en-US"/>
              <a:t>）</a:t>
            </a:r>
          </a:p>
          <a:p>
            <a:r>
              <a:rPr kumimoji="1" lang="ja-JP" altLang="en-US"/>
              <a:t>ステートマシン図（</a:t>
            </a:r>
            <a:r>
              <a:rPr kumimoji="1" lang="en-US" altLang="ja-JP"/>
              <a:t>State Machine Diagram</a:t>
            </a:r>
            <a:r>
              <a:rPr kumimoji="1" lang="ja-JP" altLang="en-US"/>
              <a:t>）</a:t>
            </a:r>
          </a:p>
          <a:p>
            <a:r>
              <a:rPr kumimoji="1" lang="ja-JP" altLang="en-US">
                <a:latin typeface="Meiryo UI"/>
                <a:ea typeface="Meiryo UI"/>
              </a:rPr>
              <a:t>シーケンス図（</a:t>
            </a:r>
            <a:r>
              <a:rPr kumimoji="1" lang="en-US" altLang="ja-JP">
                <a:latin typeface="Meiryo UI"/>
                <a:ea typeface="Meiryo UI"/>
              </a:rPr>
              <a:t>Sequence Diagram</a:t>
            </a:r>
            <a:r>
              <a:rPr kumimoji="1" lang="ja-JP" altLang="en-US">
                <a:latin typeface="Meiryo UI"/>
                <a:ea typeface="Meiryo UI"/>
              </a:rPr>
              <a:t>）</a:t>
            </a:r>
            <a:endParaRPr lang="ja-JP" altLang="en-US">
              <a:latin typeface="Meiryo UI"/>
              <a:ea typeface="Meiryo UI"/>
            </a:endParaRP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52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B4E01B-E914-C475-A662-8B2EEB62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我々はこの</a:t>
            </a:r>
            <a:r>
              <a:rPr kumimoji="1" lang="en-US" altLang="ja-JP"/>
              <a:t>2</a:t>
            </a:r>
            <a:r>
              <a:rPr kumimoji="1" lang="ja-JP" altLang="en-US"/>
              <a:t>つの</a:t>
            </a:r>
            <a:r>
              <a:rPr kumimoji="1" lang="en-US" altLang="ja-JP"/>
              <a:t>Document</a:t>
            </a:r>
            <a:r>
              <a:rPr kumimoji="1" lang="ja-JP" altLang="en-US"/>
              <a:t>で</a:t>
            </a:r>
            <a:r>
              <a:rPr kumimoji="1" lang="en-US" altLang="ja-JP"/>
              <a:t>Code</a:t>
            </a:r>
            <a:r>
              <a:rPr kumimoji="1" lang="ja-JP" altLang="en-US"/>
              <a:t>を定義します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48A099-6006-245A-7897-C0CA4CF0E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/>
              <a:t>クラス図</a:t>
            </a:r>
            <a:endParaRPr kumimoji="1" lang="en-US" altLang="ja-JP"/>
          </a:p>
          <a:p>
            <a:r>
              <a:rPr kumimoji="1" lang="en-US" altLang="ja-JP"/>
              <a:t>API Reference</a:t>
            </a:r>
          </a:p>
          <a:p>
            <a:endParaRPr kumimoji="1" lang="ja-JP" altLang="en-US"/>
          </a:p>
          <a:p>
            <a:pPr marL="0" indent="0">
              <a:buNone/>
            </a:pPr>
            <a:r>
              <a:rPr lang="ja-JP" altLang="en-US">
                <a:latin typeface="Meiryo UI"/>
                <a:ea typeface="Meiryo UI"/>
              </a:rPr>
              <a:t>(というより、Code内に説明書きまくってこれらのDocを自動生成できるようにします)</a:t>
            </a:r>
          </a:p>
        </p:txBody>
      </p:sp>
    </p:spTree>
    <p:extLst>
      <p:ext uri="{BB962C8B-B14F-4D97-AF65-F5344CB8AC3E}">
        <p14:creationId xmlns:p14="http://schemas.microsoft.com/office/powerpoint/2010/main" val="406249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B4E01B-E914-C475-A662-8B2EEB62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我々はこの</a:t>
            </a:r>
            <a:r>
              <a:rPr kumimoji="1" lang="en-US" altLang="ja-JP"/>
              <a:t>2</a:t>
            </a:r>
            <a:r>
              <a:rPr kumimoji="1" lang="ja-JP" altLang="en-US"/>
              <a:t>つの</a:t>
            </a:r>
            <a:r>
              <a:rPr kumimoji="1" lang="en-US" altLang="ja-JP"/>
              <a:t>Document</a:t>
            </a:r>
            <a:r>
              <a:rPr kumimoji="1" lang="ja-JP" altLang="en-US"/>
              <a:t>で</a:t>
            </a:r>
            <a:r>
              <a:rPr kumimoji="1" lang="en-US" altLang="ja-JP"/>
              <a:t>Code</a:t>
            </a:r>
            <a:r>
              <a:rPr kumimoji="1" lang="ja-JP" altLang="en-US"/>
              <a:t>を定義します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48A099-6006-245A-7897-C0CA4CF0E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クラス図</a:t>
            </a:r>
            <a:endParaRPr kumimoji="1" lang="en-US" altLang="ja-JP"/>
          </a:p>
          <a:p>
            <a:pPr lvl="1"/>
            <a:r>
              <a:rPr kumimoji="1" lang="en-US" altLang="ja-JP"/>
              <a:t>Code</a:t>
            </a:r>
            <a:r>
              <a:rPr kumimoji="1" lang="ja-JP" altLang="en-US"/>
              <a:t>のクラスを書いたもの。これでどの</a:t>
            </a:r>
            <a:r>
              <a:rPr kumimoji="1" lang="en-US" altLang="ja-JP"/>
              <a:t>Class</a:t>
            </a:r>
            <a:r>
              <a:rPr kumimoji="1" lang="ja-JP" altLang="en-US"/>
              <a:t>がどのような</a:t>
            </a:r>
            <a:r>
              <a:rPr kumimoji="1" lang="en-US" altLang="ja-JP"/>
              <a:t>Method</a:t>
            </a:r>
            <a:r>
              <a:rPr kumimoji="1" lang="ja-JP" altLang="en-US"/>
              <a:t>を使って繋がっているかなどが分かる</a:t>
            </a:r>
            <a:endParaRPr kumimoji="1" lang="en-US" altLang="ja-JP"/>
          </a:p>
          <a:p>
            <a:pPr lvl="1"/>
            <a:r>
              <a:rPr kumimoji="1" lang="en-US" altLang="ja-JP" err="1"/>
              <a:t>PlantUML</a:t>
            </a:r>
            <a:r>
              <a:rPr kumimoji="1" lang="en-US" altLang="ja-JP"/>
              <a:t>, </a:t>
            </a:r>
            <a:r>
              <a:rPr kumimoji="1" lang="en-US" altLang="ja-JP" err="1"/>
              <a:t>Papylus</a:t>
            </a:r>
            <a:r>
              <a:rPr kumimoji="1" lang="en-US" altLang="ja-JP"/>
              <a:t>, Draw.io</a:t>
            </a:r>
          </a:p>
          <a:p>
            <a:pPr marL="457200" lvl="1" indent="0">
              <a:buNone/>
            </a:pPr>
            <a:endParaRPr kumimoji="1" lang="en-US" altLang="ja-JP"/>
          </a:p>
          <a:p>
            <a:r>
              <a:rPr kumimoji="1" lang="en-US" altLang="ja-JP"/>
              <a:t>API Reference</a:t>
            </a:r>
          </a:p>
          <a:p>
            <a:pPr lvl="1"/>
            <a:r>
              <a:rPr lang="ja-JP" altLang="en-US"/>
              <a:t>ヘキサゴナルアーキを目指すために、</a:t>
            </a:r>
            <a:r>
              <a:rPr lang="en-US" altLang="ja-JP"/>
              <a:t>API</a:t>
            </a:r>
            <a:r>
              <a:rPr lang="ja-JP" altLang="en-US"/>
              <a:t>の仕様をここで示す</a:t>
            </a:r>
            <a:endParaRPr lang="en-US" altLang="ja-JP"/>
          </a:p>
          <a:p>
            <a:pPr lvl="1"/>
            <a:r>
              <a:rPr lang="en-US" altLang="ja-JP" err="1"/>
              <a:t>DocFX</a:t>
            </a:r>
            <a:r>
              <a:rPr lang="en-US" altLang="ja-JP"/>
              <a:t>, Swagger, Postman</a:t>
            </a:r>
            <a:endParaRPr kumimoji="1" lang="en-US" altLang="ja-JP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3951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54D36-EC92-DA94-9FE0-7362ED73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err="1"/>
              <a:t>DocFX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AAB3F6-CA40-091B-4062-52A76BD9A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https://dotnet.github.io/docfx/</a:t>
            </a:r>
            <a:endParaRPr kumimoji="1" lang="en-US" altLang="ja-JP"/>
          </a:p>
          <a:p>
            <a:endParaRPr lang="en-US" altLang="ja-JP"/>
          </a:p>
          <a:p>
            <a:r>
              <a:rPr kumimoji="1" lang="ja-JP" altLang="en-US"/>
              <a:t>注意点</a:t>
            </a:r>
            <a:endParaRPr kumimoji="1" lang="en-US" altLang="ja-JP"/>
          </a:p>
          <a:p>
            <a:pPr lvl="1"/>
            <a:r>
              <a:rPr kumimoji="1" lang="ja-JP" altLang="en-US"/>
              <a:t>権限のエラーが出る場合は</a:t>
            </a:r>
            <a:r>
              <a:rPr kumimoji="1" lang="en-US" altLang="ja-JP" err="1"/>
              <a:t>docfx.json</a:t>
            </a:r>
            <a:r>
              <a:rPr kumimoji="1" lang="ja-JP" altLang="en-US"/>
              <a:t>のファイル位置を変更してリンクを指定して</a:t>
            </a:r>
            <a:r>
              <a:rPr kumimoji="1" lang="en-US" altLang="ja-JP" err="1"/>
              <a:t>docfx</a:t>
            </a:r>
            <a:r>
              <a:rPr kumimoji="1" lang="en-US" altLang="ja-JP"/>
              <a:t> </a:t>
            </a:r>
            <a:r>
              <a:rPr kumimoji="1" lang="en-US" altLang="ja-JP" err="1"/>
              <a:t>docfx.json</a:t>
            </a:r>
            <a:r>
              <a:rPr kumimoji="1" lang="en-US" altLang="ja-JP"/>
              <a:t> --serve</a:t>
            </a:r>
            <a:r>
              <a:rPr kumimoji="1" lang="ja-JP" altLang="en-US"/>
              <a:t>のコマンド実行するといけ</a:t>
            </a:r>
            <a:r>
              <a:rPr lang="ja-JP" altLang="en-US"/>
              <a:t>る</a:t>
            </a:r>
            <a:endParaRPr kumimoji="1" lang="ja-JP" altLang="en-US"/>
          </a:p>
          <a:p>
            <a:pPr lvl="1"/>
            <a:r>
              <a:rPr kumimoji="1" lang="en-US" altLang="ja-JP"/>
              <a:t>Playwright</a:t>
            </a:r>
            <a:r>
              <a:rPr kumimoji="1" lang="ja-JP" altLang="en-US"/>
              <a:t>の</a:t>
            </a:r>
            <a:r>
              <a:rPr kumimoji="1" lang="en-US" altLang="ja-JP"/>
              <a:t>SSH</a:t>
            </a:r>
            <a:r>
              <a:rPr kumimoji="1" lang="ja-JP" altLang="en-US"/>
              <a:t>証明書のエラーが出る</a:t>
            </a:r>
            <a:r>
              <a:rPr kumimoji="1" lang="en-US" altLang="ja-JP"/>
              <a:t>(</a:t>
            </a:r>
            <a:r>
              <a:rPr kumimoji="1" lang="en-US" altLang="ja-JP" err="1"/>
              <a:t>zscaler</a:t>
            </a:r>
            <a:r>
              <a:rPr kumimoji="1" lang="ja-JP" altLang="en-US"/>
              <a:t>が悪さしてそう</a:t>
            </a:r>
            <a:r>
              <a:rPr kumimoji="1" lang="en-US" altLang="ja-JP"/>
              <a:t>)</a:t>
            </a:r>
            <a:r>
              <a:rPr kumimoji="1" lang="ja-JP" altLang="en-US"/>
              <a:t>ので</a:t>
            </a:r>
            <a:r>
              <a:rPr kumimoji="1" lang="en-US" altLang="ja-JP"/>
              <a:t>Playwright</a:t>
            </a:r>
            <a:r>
              <a:rPr kumimoji="1" lang="ja-JP" altLang="en-US"/>
              <a:t>のインストールの部分だけ</a:t>
            </a:r>
            <a:r>
              <a:rPr kumimoji="1" lang="en-US" altLang="ja-JP"/>
              <a:t>SSH</a:t>
            </a:r>
            <a:r>
              <a:rPr kumimoji="1" lang="ja-JP" altLang="en-US"/>
              <a:t>証明書を使用しないとする</a:t>
            </a:r>
          </a:p>
        </p:txBody>
      </p:sp>
    </p:spTree>
    <p:extLst>
      <p:ext uri="{BB962C8B-B14F-4D97-AF65-F5344CB8AC3E}">
        <p14:creationId xmlns:p14="http://schemas.microsoft.com/office/powerpoint/2010/main" val="1704646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40790-495B-4BB9-47EF-4941C3B2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err="1"/>
              <a:t>PlantUML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BD5095-D90F-DEF0-524D-D5AE63CEA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kumimoji="1" lang="en-US" altLang="ja-JP">
                <a:hlinkClick r:id="rId2"/>
              </a:rPr>
              <a:t>https://plantuml.com/ja/</a:t>
            </a:r>
            <a:endParaRPr kumimoji="1" lang="en-US" altLang="ja-JP"/>
          </a:p>
          <a:p>
            <a:r>
              <a:rPr lang="ja-JP" altLang="en-US">
                <a:latin typeface="Meiryo UI"/>
                <a:ea typeface="Meiryo UI"/>
              </a:rPr>
              <a:t>これはただのお絵描きツールなので、ソースコードから</a:t>
            </a:r>
            <a:r>
              <a:rPr lang="en-US" altLang="ja-JP">
                <a:latin typeface="Meiryo UI"/>
                <a:ea typeface="Meiryo UI"/>
              </a:rPr>
              <a:t>Class</a:t>
            </a:r>
            <a:r>
              <a:rPr lang="ja-JP" altLang="en-US">
                <a:latin typeface="Meiryo UI"/>
                <a:ea typeface="Meiryo UI"/>
              </a:rPr>
              <a:t>図の情報を出力する為に</a:t>
            </a:r>
            <a:r>
              <a:rPr lang="en-US" altLang="ja-JP" err="1">
                <a:latin typeface="Meiryo UI"/>
                <a:ea typeface="Meiryo UI"/>
              </a:rPr>
              <a:t>PlantUmlClassDiagramGenerator</a:t>
            </a:r>
            <a:r>
              <a:rPr lang="ja-JP" altLang="en-US">
                <a:latin typeface="Meiryo UI"/>
                <a:ea typeface="Meiryo UI"/>
              </a:rPr>
              <a:t>を用いる。</a:t>
            </a:r>
            <a:endParaRPr lang="en-US" altLang="ja-JP">
              <a:latin typeface="Meiryo UI"/>
              <a:ea typeface="Meiryo UI"/>
            </a:endParaRPr>
          </a:p>
          <a:p>
            <a:r>
              <a:rPr lang="en-US" altLang="ja-JP">
                <a:hlinkClick r:id="rId3"/>
              </a:rPr>
              <a:t>https://qiita.com/pierusan2010/items/fbaa8fdf9b7f998bf56f</a:t>
            </a:r>
            <a:endParaRPr lang="en-US" altLang="ja-JP"/>
          </a:p>
          <a:p>
            <a:r>
              <a:rPr lang="ja-JP" altLang="en-US"/>
              <a:t>下記</a:t>
            </a:r>
            <a:r>
              <a:rPr lang="en-US" altLang="ja-JP"/>
              <a:t>.jar</a:t>
            </a:r>
            <a:r>
              <a:rPr lang="ja-JP" altLang="en-US"/>
              <a:t>ファイルで</a:t>
            </a:r>
            <a:r>
              <a:rPr lang="en-US" altLang="ja-JP"/>
              <a:t>1</a:t>
            </a:r>
            <a:r>
              <a:rPr lang="ja-JP" altLang="en-US"/>
              <a:t>つにまとめて画像で表示</a:t>
            </a:r>
            <a:endParaRPr lang="en-US" altLang="ja-JP"/>
          </a:p>
          <a:p>
            <a:r>
              <a:rPr lang="en-US" altLang="ja-JP">
                <a:hlinkClick r:id="rId4"/>
              </a:rPr>
              <a:t>https://jgcgroup.sharepoint.com/sites/EDXDesignInnovation/_layouts/15/download.aspx?UniqueId=1cad0eae2b1a4b90a2c941bfd489d42a&amp;e=Ui3GfU</a:t>
            </a:r>
            <a:endParaRPr lang="ja-JP" altLang="en-US"/>
          </a:p>
          <a:p>
            <a:r>
              <a:rPr lang="ja-JP" altLang="en-US">
                <a:latin typeface="Meiryo UI"/>
                <a:ea typeface="Meiryo UI"/>
              </a:rPr>
              <a:t>OpenJDKの場合、下記などで起動</a:t>
            </a:r>
            <a:endParaRPr lang="en-US">
              <a:latin typeface="Meiryo UI"/>
              <a:ea typeface="Meiryo UI"/>
            </a:endParaRPr>
          </a:p>
          <a:p>
            <a:r>
              <a:rPr lang="en-US">
                <a:latin typeface="Meiryo UI"/>
                <a:ea typeface="Meiryo UI"/>
              </a:rPr>
              <a:t>java -jar "C:\Users\100-4587\Downloads\plantuml-gplv2-1.2025.3.jar"</a:t>
            </a:r>
          </a:p>
        </p:txBody>
      </p:sp>
    </p:spTree>
    <p:extLst>
      <p:ext uri="{BB962C8B-B14F-4D97-AF65-F5344CB8AC3E}">
        <p14:creationId xmlns:p14="http://schemas.microsoft.com/office/powerpoint/2010/main" val="2019103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ACF93B-25B2-0B7F-188F-716B745D4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TDD(Test Driven Development)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57A489-80AE-64F3-7CF8-99ABA6472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889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475F71-D9F1-87E2-9741-197FFBBB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ペアプログラミング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999CE8-904F-3B69-4143-220DA3DFE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/>
              <a:t>Visual Studio</a:t>
            </a:r>
            <a:r>
              <a:rPr lang="ja-JP" altLang="en-US"/>
              <a:t>で</a:t>
            </a:r>
            <a:r>
              <a:rPr lang="en-US" altLang="ja-JP"/>
              <a:t>Live Share</a:t>
            </a:r>
            <a:r>
              <a:rPr lang="ja-JP" altLang="en-US"/>
              <a:t>が出来る</a:t>
            </a:r>
            <a:endParaRPr kumimoji="1" lang="en-US" altLang="ja-JP"/>
          </a:p>
          <a:p>
            <a:r>
              <a:rPr kumimoji="1" lang="en-US" altLang="ja-JP">
                <a:hlinkClick r:id="rId2"/>
              </a:rPr>
              <a:t>https://learn.microsoft.com/ja-jp/visualstudio/liveshare/</a:t>
            </a:r>
            <a:endParaRPr kumimoji="1" lang="en-US" altLang="ja-JP"/>
          </a:p>
          <a:p>
            <a:endParaRPr kumimoji="1" lang="en-US" altLang="ja-JP"/>
          </a:p>
          <a:p>
            <a:r>
              <a:rPr kumimoji="1" lang="en-US" altLang="ja-JP"/>
              <a:t>Visual Studio Code</a:t>
            </a:r>
            <a:r>
              <a:rPr kumimoji="1" lang="ja-JP" altLang="en-US"/>
              <a:t>でもインストールすれば可能</a:t>
            </a:r>
            <a:endParaRPr kumimoji="1" lang="en-US" altLang="ja-JP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7082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016790-D27C-6117-A738-85815ABB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Coding Rule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A6BA28-75C3-0876-E9B3-92E82E290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/>
              <a:t>Class</a:t>
            </a:r>
            <a:r>
              <a:rPr kumimoji="1" lang="ja-JP" altLang="en-US"/>
              <a:t>ごとに</a:t>
            </a:r>
            <a:r>
              <a:rPr kumimoji="1" lang="en-US" altLang="ja-JP"/>
              <a:t>Summery</a:t>
            </a:r>
            <a:r>
              <a:rPr kumimoji="1" lang="ja-JP" altLang="en-US"/>
              <a:t>を追加し、</a:t>
            </a:r>
            <a:r>
              <a:rPr kumimoji="1" lang="en-US" altLang="ja-JP"/>
              <a:t>Class</a:t>
            </a:r>
            <a:r>
              <a:rPr kumimoji="1" lang="ja-JP" altLang="en-US"/>
              <a:t>の説明文を追加</a:t>
            </a:r>
            <a:endParaRPr kumimoji="1" lang="en-US" altLang="ja-JP"/>
          </a:p>
          <a:p>
            <a:r>
              <a:rPr kumimoji="1" lang="en-US" altLang="ja-JP"/>
              <a:t>Method</a:t>
            </a:r>
            <a:r>
              <a:rPr kumimoji="1" lang="ja-JP" altLang="en-US"/>
              <a:t>ごとに</a:t>
            </a:r>
            <a:r>
              <a:rPr kumimoji="1" lang="en-US" altLang="ja-JP"/>
              <a:t>Summery, Remarks, Parameter, Return</a:t>
            </a:r>
            <a:r>
              <a:rPr kumimoji="1" lang="ja-JP" altLang="en-US"/>
              <a:t>を追加する。</a:t>
            </a:r>
            <a:endParaRPr kumimoji="1" lang="en-US" altLang="ja-JP"/>
          </a:p>
          <a:p>
            <a:r>
              <a:rPr kumimoji="1" lang="en-US" altLang="ja-JP"/>
              <a:t>Remarks</a:t>
            </a:r>
            <a:r>
              <a:rPr kumimoji="1" lang="ja-JP" altLang="en-US"/>
              <a:t>中に</a:t>
            </a:r>
            <a:r>
              <a:rPr kumimoji="1" lang="en-US" altLang="ja-JP"/>
              <a:t>Driver, Navigator</a:t>
            </a:r>
            <a:r>
              <a:rPr kumimoji="1" lang="ja-JP" altLang="en-US"/>
              <a:t>を記載</a:t>
            </a:r>
          </a:p>
        </p:txBody>
      </p:sp>
    </p:spTree>
    <p:extLst>
      <p:ext uri="{BB962C8B-B14F-4D97-AF65-F5344CB8AC3E}">
        <p14:creationId xmlns:p14="http://schemas.microsoft.com/office/powerpoint/2010/main" val="2124085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816282-F1D8-830F-7146-6D16F97EAB7E}"/>
              </a:ext>
            </a:extLst>
          </p:cNvPr>
          <p:cNvSpPr/>
          <p:nvPr/>
        </p:nvSpPr>
        <p:spPr>
          <a:xfrm>
            <a:off x="1133229" y="709246"/>
            <a:ext cx="10105293" cy="5439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359DF3D-9B14-9767-9953-55A6EDF4493F}"/>
              </a:ext>
            </a:extLst>
          </p:cNvPr>
          <p:cNvSpPr txBox="1"/>
          <p:nvPr/>
        </p:nvSpPr>
        <p:spPr>
          <a:xfrm>
            <a:off x="1281724" y="524580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SplitContainer1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0C4008-5451-516B-520B-EDE9F1BFB60E}"/>
              </a:ext>
            </a:extLst>
          </p:cNvPr>
          <p:cNvSpPr/>
          <p:nvPr/>
        </p:nvSpPr>
        <p:spPr>
          <a:xfrm>
            <a:off x="1703754" y="1148862"/>
            <a:ext cx="8831384" cy="50118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05C1D1F-0972-4F3A-ED2F-BABCCAFC96AE}"/>
              </a:ext>
            </a:extLst>
          </p:cNvPr>
          <p:cNvSpPr/>
          <p:nvPr/>
        </p:nvSpPr>
        <p:spPr>
          <a:xfrm>
            <a:off x="1590431" y="2030072"/>
            <a:ext cx="8831384" cy="3863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983B724-CEF1-341A-99B8-5ADA5CF9DC27}"/>
              </a:ext>
            </a:extLst>
          </p:cNvPr>
          <p:cNvSpPr txBox="1"/>
          <p:nvPr/>
        </p:nvSpPr>
        <p:spPr>
          <a:xfrm>
            <a:off x="1809262" y="964196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SplitContainer1.Panel1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61B9D5F-60FB-1635-D82D-4DC5ECA13AFC}"/>
              </a:ext>
            </a:extLst>
          </p:cNvPr>
          <p:cNvSpPr txBox="1"/>
          <p:nvPr/>
        </p:nvSpPr>
        <p:spPr>
          <a:xfrm>
            <a:off x="1703754" y="1845406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SplitContainer1.Panel2</a:t>
            </a:r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9FA5E02-D3F5-C4C1-3BC9-A50EE9ACE8E9}"/>
              </a:ext>
            </a:extLst>
          </p:cNvPr>
          <p:cNvSpPr/>
          <p:nvPr/>
        </p:nvSpPr>
        <p:spPr>
          <a:xfrm>
            <a:off x="1809262" y="2399403"/>
            <a:ext cx="8366369" cy="32511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762D978-2B7B-2451-1D61-C7D3979BCB20}"/>
              </a:ext>
            </a:extLst>
          </p:cNvPr>
          <p:cNvSpPr txBox="1"/>
          <p:nvPr/>
        </p:nvSpPr>
        <p:spPr>
          <a:xfrm>
            <a:off x="1809262" y="2225428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SplitContainer2</a:t>
            </a:r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14D8D65-3B64-B5E6-AD5A-E06DF24012C0}"/>
              </a:ext>
            </a:extLst>
          </p:cNvPr>
          <p:cNvSpPr/>
          <p:nvPr/>
        </p:nvSpPr>
        <p:spPr>
          <a:xfrm>
            <a:off x="2047633" y="2722680"/>
            <a:ext cx="7901352" cy="18649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64EBF6D-DA32-A347-308B-D281273DEBBE}"/>
              </a:ext>
            </a:extLst>
          </p:cNvPr>
          <p:cNvSpPr txBox="1"/>
          <p:nvPr/>
        </p:nvSpPr>
        <p:spPr>
          <a:xfrm>
            <a:off x="2160956" y="2538014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SplitContainer2.Panel1</a:t>
            </a:r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4094334-804B-4BB9-EB5B-AC1607C001AE}"/>
              </a:ext>
            </a:extLst>
          </p:cNvPr>
          <p:cNvSpPr/>
          <p:nvPr/>
        </p:nvSpPr>
        <p:spPr>
          <a:xfrm>
            <a:off x="2016369" y="4786875"/>
            <a:ext cx="7901352" cy="56468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1BDED91-9DBE-DBE7-2DB6-6B71F446CF0B}"/>
              </a:ext>
            </a:extLst>
          </p:cNvPr>
          <p:cNvSpPr txBox="1"/>
          <p:nvPr/>
        </p:nvSpPr>
        <p:spPr>
          <a:xfrm>
            <a:off x="2129692" y="4602208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SplitContainer2.Panel2</a:t>
            </a:r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66044E8-16B1-C97E-0359-7B7A55EAD753}"/>
              </a:ext>
            </a:extLst>
          </p:cNvPr>
          <p:cNvSpPr/>
          <p:nvPr/>
        </p:nvSpPr>
        <p:spPr>
          <a:xfrm>
            <a:off x="2243015" y="3035266"/>
            <a:ext cx="7557475" cy="13715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916EDD1-72A6-FCA3-E326-E7274B4264F6}"/>
              </a:ext>
            </a:extLst>
          </p:cNvPr>
          <p:cNvSpPr txBox="1"/>
          <p:nvPr/>
        </p:nvSpPr>
        <p:spPr>
          <a:xfrm>
            <a:off x="2391510" y="2861190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SplitContainer3</a:t>
            </a:r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0947698-1C97-79A1-3909-2E0D111958C1}"/>
              </a:ext>
            </a:extLst>
          </p:cNvPr>
          <p:cNvSpPr/>
          <p:nvPr/>
        </p:nvSpPr>
        <p:spPr>
          <a:xfrm>
            <a:off x="2397371" y="3322954"/>
            <a:ext cx="2739363" cy="8992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93ACAD8-0BC4-AC1D-63D2-1586DEDEA859}"/>
              </a:ext>
            </a:extLst>
          </p:cNvPr>
          <p:cNvSpPr txBox="1"/>
          <p:nvPr/>
        </p:nvSpPr>
        <p:spPr>
          <a:xfrm>
            <a:off x="2510694" y="3138288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SplitContainer3.Panel1</a:t>
            </a:r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A0ADAD0-E12E-D078-D060-9D5E3BA77A86}"/>
              </a:ext>
            </a:extLst>
          </p:cNvPr>
          <p:cNvSpPr/>
          <p:nvPr/>
        </p:nvSpPr>
        <p:spPr>
          <a:xfrm>
            <a:off x="5355565" y="3285207"/>
            <a:ext cx="4325741" cy="8992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2E44A80-3014-4A91-1993-CE080BE8A012}"/>
              </a:ext>
            </a:extLst>
          </p:cNvPr>
          <p:cNvSpPr txBox="1"/>
          <p:nvPr/>
        </p:nvSpPr>
        <p:spPr>
          <a:xfrm>
            <a:off x="5468888" y="3100541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SplitContainer3.Panel2</a:t>
            </a:r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875435A-D9B2-5FBA-3EFC-7B42D1BECDC9}"/>
              </a:ext>
            </a:extLst>
          </p:cNvPr>
          <p:cNvSpPr/>
          <p:nvPr/>
        </p:nvSpPr>
        <p:spPr>
          <a:xfrm>
            <a:off x="5468888" y="3557720"/>
            <a:ext cx="4042435" cy="445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91DC331-DB9D-59E0-7F1C-F798D62A3570}"/>
              </a:ext>
            </a:extLst>
          </p:cNvPr>
          <p:cNvSpPr txBox="1"/>
          <p:nvPr/>
        </p:nvSpPr>
        <p:spPr>
          <a:xfrm>
            <a:off x="5617383" y="3383644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SplitContainer4</a:t>
            </a:r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F6ACF39-8BB2-E2F1-86C4-3A49475B4E3A}"/>
              </a:ext>
            </a:extLst>
          </p:cNvPr>
          <p:cNvSpPr/>
          <p:nvPr/>
        </p:nvSpPr>
        <p:spPr>
          <a:xfrm>
            <a:off x="5617383" y="3752976"/>
            <a:ext cx="1221079" cy="1739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Panel1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01705A9-6816-373C-9732-E2B78EEAC545}"/>
              </a:ext>
            </a:extLst>
          </p:cNvPr>
          <p:cNvSpPr/>
          <p:nvPr/>
        </p:nvSpPr>
        <p:spPr>
          <a:xfrm>
            <a:off x="7600034" y="3741123"/>
            <a:ext cx="1221079" cy="1739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Panel2</a:t>
            </a:r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54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F450A96-CA42-63A3-DE98-EC1D67B9C3B9}"/>
              </a:ext>
            </a:extLst>
          </p:cNvPr>
          <p:cNvSpPr/>
          <p:nvPr/>
        </p:nvSpPr>
        <p:spPr>
          <a:xfrm>
            <a:off x="474136" y="1007534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54C5086-1A03-9683-BD9F-C2C81126A817}"/>
              </a:ext>
            </a:extLst>
          </p:cNvPr>
          <p:cNvSpPr/>
          <p:nvPr/>
        </p:nvSpPr>
        <p:spPr>
          <a:xfrm>
            <a:off x="1756089" y="1742640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98074559-336F-1AC0-26F0-B8C0442F38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15112" y="734111"/>
            <a:ext cx="735106" cy="1281953"/>
          </a:xfrm>
          <a:prstGeom prst="bentConnector3">
            <a:avLst>
              <a:gd name="adj1" fmla="val -310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46E1CA9-DEC3-A9F2-0888-9B9AB6B5CC75}"/>
              </a:ext>
            </a:extLst>
          </p:cNvPr>
          <p:cNvSpPr/>
          <p:nvPr/>
        </p:nvSpPr>
        <p:spPr>
          <a:xfrm>
            <a:off x="145928" y="407894"/>
            <a:ext cx="2846291" cy="22456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C46B643-C344-7473-51D0-B60A84118FDA}"/>
              </a:ext>
            </a:extLst>
          </p:cNvPr>
          <p:cNvSpPr/>
          <p:nvPr/>
        </p:nvSpPr>
        <p:spPr>
          <a:xfrm>
            <a:off x="4261347" y="1007534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3A513EA-50E7-3974-3BCF-A1E5209B508B}"/>
              </a:ext>
            </a:extLst>
          </p:cNvPr>
          <p:cNvSpPr/>
          <p:nvPr/>
        </p:nvSpPr>
        <p:spPr>
          <a:xfrm>
            <a:off x="4101356" y="2477746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84441EF6-9845-89A8-F9FF-2D748F711AA7}"/>
              </a:ext>
            </a:extLst>
          </p:cNvPr>
          <p:cNvCxnSpPr>
            <a:cxnSpLocks/>
            <a:stCxn id="30" idx="0"/>
            <a:endCxn id="31" idx="0"/>
          </p:cNvCxnSpPr>
          <p:nvPr/>
        </p:nvCxnSpPr>
        <p:spPr>
          <a:xfrm rot="16200000" flipH="1" flipV="1">
            <a:off x="3813799" y="1662644"/>
            <a:ext cx="1470212" cy="159991"/>
          </a:xfrm>
          <a:prstGeom prst="bentConnector5">
            <a:avLst>
              <a:gd name="adj1" fmla="val -15549"/>
              <a:gd name="adj2" fmla="val 383678"/>
              <a:gd name="adj3" fmla="val 75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77A6C20C-8CCE-2DEB-084C-D4E5791F56FD}"/>
              </a:ext>
            </a:extLst>
          </p:cNvPr>
          <p:cNvSpPr/>
          <p:nvPr/>
        </p:nvSpPr>
        <p:spPr>
          <a:xfrm>
            <a:off x="5939249" y="2484096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8C96E8C-E17F-E0EC-E323-9FAD056B5CFE}"/>
              </a:ext>
            </a:extLst>
          </p:cNvPr>
          <p:cNvSpPr/>
          <p:nvPr/>
        </p:nvSpPr>
        <p:spPr>
          <a:xfrm>
            <a:off x="6067406" y="1007534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32953680-EB53-22FA-36F7-C3EA7BD3C959}"/>
              </a:ext>
            </a:extLst>
          </p:cNvPr>
          <p:cNvCxnSpPr>
            <a:cxnSpLocks/>
            <a:stCxn id="35" idx="0"/>
            <a:endCxn id="36" idx="0"/>
          </p:cNvCxnSpPr>
          <p:nvPr/>
        </p:nvCxnSpPr>
        <p:spPr>
          <a:xfrm rot="5400000" flipH="1" flipV="1">
            <a:off x="5632599" y="1681737"/>
            <a:ext cx="1476562" cy="128157"/>
          </a:xfrm>
          <a:prstGeom prst="bentConnector5">
            <a:avLst>
              <a:gd name="adj1" fmla="val 25108"/>
              <a:gd name="adj2" fmla="val -365174"/>
              <a:gd name="adj3" fmla="val 1154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C95FB5A-5FF4-473C-B66E-35A2AA602D9A}"/>
              </a:ext>
            </a:extLst>
          </p:cNvPr>
          <p:cNvSpPr/>
          <p:nvPr/>
        </p:nvSpPr>
        <p:spPr>
          <a:xfrm>
            <a:off x="3928952" y="3918729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D0A57C03-1D52-FFC2-F44F-900F41F8396A}"/>
              </a:ext>
            </a:extLst>
          </p:cNvPr>
          <p:cNvSpPr/>
          <p:nvPr/>
        </p:nvSpPr>
        <p:spPr>
          <a:xfrm>
            <a:off x="4052461" y="5522589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8D6B8DAC-FD48-E126-93C2-A03C0D53A11C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16200000" flipH="1">
            <a:off x="3556329" y="4658905"/>
            <a:ext cx="1603860" cy="123509"/>
          </a:xfrm>
          <a:prstGeom prst="bentConnector5">
            <a:avLst>
              <a:gd name="adj1" fmla="val -14253"/>
              <a:gd name="adj2" fmla="val 482680"/>
              <a:gd name="adj3" fmla="val 729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86EAC2A-D25D-1990-3AC9-80D9B678656C}"/>
              </a:ext>
            </a:extLst>
          </p:cNvPr>
          <p:cNvSpPr/>
          <p:nvPr/>
        </p:nvSpPr>
        <p:spPr>
          <a:xfrm>
            <a:off x="6012628" y="5352077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B71834A-560F-C1F9-75B0-B843C3798E3F}"/>
              </a:ext>
            </a:extLst>
          </p:cNvPr>
          <p:cNvSpPr/>
          <p:nvPr/>
        </p:nvSpPr>
        <p:spPr>
          <a:xfrm>
            <a:off x="5785355" y="4003844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4CD0C370-FACF-D0C8-F74C-25BBDA538201}"/>
              </a:ext>
            </a:extLst>
          </p:cNvPr>
          <p:cNvCxnSpPr>
            <a:cxnSpLocks/>
            <a:stCxn id="14" idx="0"/>
            <a:endCxn id="15" idx="0"/>
          </p:cNvCxnSpPr>
          <p:nvPr/>
        </p:nvCxnSpPr>
        <p:spPr>
          <a:xfrm rot="16200000" flipV="1">
            <a:off x="5592429" y="4564324"/>
            <a:ext cx="1348233" cy="227273"/>
          </a:xfrm>
          <a:prstGeom prst="bentConnector5">
            <a:avLst>
              <a:gd name="adj1" fmla="val 22738"/>
              <a:gd name="adj2" fmla="val -185702"/>
              <a:gd name="adj3" fmla="val 1169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774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205BADB-684C-693D-C9B5-C22F71008973}"/>
              </a:ext>
            </a:extLst>
          </p:cNvPr>
          <p:cNvSpPr/>
          <p:nvPr/>
        </p:nvSpPr>
        <p:spPr>
          <a:xfrm>
            <a:off x="2104728" y="1731770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5D923BE-7B9F-6B94-87B2-B4B2F26D73A9}"/>
              </a:ext>
            </a:extLst>
          </p:cNvPr>
          <p:cNvSpPr/>
          <p:nvPr/>
        </p:nvSpPr>
        <p:spPr>
          <a:xfrm>
            <a:off x="739761" y="749527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E677E2A5-E282-DCC2-9268-68B762389A30}"/>
              </a:ext>
            </a:extLst>
          </p:cNvPr>
          <p:cNvCxnSpPr>
            <a:cxnSpLocks/>
            <a:stCxn id="10" idx="0"/>
            <a:endCxn id="11" idx="3"/>
          </p:cNvCxnSpPr>
          <p:nvPr/>
        </p:nvCxnSpPr>
        <p:spPr>
          <a:xfrm rot="16200000" flipV="1">
            <a:off x="1666229" y="925718"/>
            <a:ext cx="614690" cy="9974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D006A46-03AC-F587-8F5E-04384A9F3518}"/>
              </a:ext>
            </a:extLst>
          </p:cNvPr>
          <p:cNvSpPr/>
          <p:nvPr/>
        </p:nvSpPr>
        <p:spPr>
          <a:xfrm>
            <a:off x="411553" y="477273"/>
            <a:ext cx="2846291" cy="22456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4927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D492241-A4F9-2F30-8EB4-578A895757E6}"/>
              </a:ext>
            </a:extLst>
          </p:cNvPr>
          <p:cNvSpPr/>
          <p:nvPr/>
        </p:nvSpPr>
        <p:spPr>
          <a:xfrm>
            <a:off x="954013" y="1768430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98AFF7E-6B06-2261-A76D-D08FD3CFDC81}"/>
              </a:ext>
            </a:extLst>
          </p:cNvPr>
          <p:cNvSpPr/>
          <p:nvPr/>
        </p:nvSpPr>
        <p:spPr>
          <a:xfrm>
            <a:off x="2274268" y="716397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6C9ECF89-48EE-DF8A-FC97-7071C42AF566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rot="5400000" flipH="1" flipV="1">
            <a:off x="1823230" y="949840"/>
            <a:ext cx="316927" cy="13202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885AE3F-3B9A-2FCD-54ED-B97C29BC07FB}"/>
              </a:ext>
            </a:extLst>
          </p:cNvPr>
          <p:cNvSpPr/>
          <p:nvPr/>
        </p:nvSpPr>
        <p:spPr>
          <a:xfrm>
            <a:off x="664107" y="557197"/>
            <a:ext cx="2846291" cy="22456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727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9F55E42-29BC-16EA-F0AE-BCF8C11D03DF}"/>
              </a:ext>
            </a:extLst>
          </p:cNvPr>
          <p:cNvSpPr/>
          <p:nvPr/>
        </p:nvSpPr>
        <p:spPr>
          <a:xfrm>
            <a:off x="747559" y="4204534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BE636EB-1681-3B7B-BA19-BFE388AB3E43}"/>
              </a:ext>
            </a:extLst>
          </p:cNvPr>
          <p:cNvSpPr/>
          <p:nvPr/>
        </p:nvSpPr>
        <p:spPr>
          <a:xfrm>
            <a:off x="2084297" y="3240818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C2194F3A-AF1C-D590-F950-C2C7CEE694A9}"/>
              </a:ext>
            </a:extLst>
          </p:cNvPr>
          <p:cNvCxnSpPr>
            <a:cxnSpLocks/>
            <a:stCxn id="20" idx="0"/>
            <a:endCxn id="21" idx="1"/>
          </p:cNvCxnSpPr>
          <p:nvPr/>
        </p:nvCxnSpPr>
        <p:spPr>
          <a:xfrm rot="5400000" flipH="1" flipV="1">
            <a:off x="1301623" y="3421861"/>
            <a:ext cx="596163" cy="9691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DD667E8-59B9-CB76-A5C7-C7FC30FED0F7}"/>
              </a:ext>
            </a:extLst>
          </p:cNvPr>
          <p:cNvSpPr/>
          <p:nvPr/>
        </p:nvSpPr>
        <p:spPr>
          <a:xfrm>
            <a:off x="474136" y="3081618"/>
            <a:ext cx="2846291" cy="22456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088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421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652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377B567-C126-2737-A1D5-EC4AD7311E75}"/>
              </a:ext>
            </a:extLst>
          </p:cNvPr>
          <p:cNvSpPr/>
          <p:nvPr/>
        </p:nvSpPr>
        <p:spPr>
          <a:xfrm>
            <a:off x="519959" y="911282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5482EF6-6829-C2A6-5495-7E4A5768D098}"/>
              </a:ext>
            </a:extLst>
          </p:cNvPr>
          <p:cNvSpPr/>
          <p:nvPr/>
        </p:nvSpPr>
        <p:spPr>
          <a:xfrm>
            <a:off x="1756089" y="1742640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コネクタ: カギ線 3">
            <a:extLst>
              <a:ext uri="{FF2B5EF4-FFF2-40B4-BE49-F238E27FC236}">
                <a16:creationId xmlns:a16="http://schemas.microsoft.com/office/drawing/2014/main" id="{7097AEA6-4EEF-FE45-BB64-65990E681EED}"/>
              </a:ext>
            </a:extLst>
          </p:cNvPr>
          <p:cNvCxnSpPr>
            <a:cxnSpLocks/>
            <a:stCxn id="2" idx="3"/>
            <a:endCxn id="3" idx="0"/>
          </p:cNvCxnSpPr>
          <p:nvPr/>
        </p:nvCxnSpPr>
        <p:spPr>
          <a:xfrm>
            <a:off x="1255065" y="1278835"/>
            <a:ext cx="868577" cy="4638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687E3E5-D238-9714-4FB5-EE7B98088E38}"/>
              </a:ext>
            </a:extLst>
          </p:cNvPr>
          <p:cNvSpPr/>
          <p:nvPr/>
        </p:nvSpPr>
        <p:spPr>
          <a:xfrm>
            <a:off x="145928" y="407894"/>
            <a:ext cx="2846291" cy="22456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FBF2187-7D79-70D1-451E-13018C3B6B07}"/>
              </a:ext>
            </a:extLst>
          </p:cNvPr>
          <p:cNvSpPr/>
          <p:nvPr/>
        </p:nvSpPr>
        <p:spPr>
          <a:xfrm>
            <a:off x="4101356" y="911282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37441E7-38E3-40EC-731A-63093897FCB3}"/>
              </a:ext>
            </a:extLst>
          </p:cNvPr>
          <p:cNvSpPr/>
          <p:nvPr/>
        </p:nvSpPr>
        <p:spPr>
          <a:xfrm>
            <a:off x="5337486" y="1742640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8E6250E4-A90E-99EC-8390-AAED5F003A4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836462" y="1278835"/>
            <a:ext cx="501024" cy="8313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BC24C60-2542-0686-4831-14621E948C8C}"/>
              </a:ext>
            </a:extLst>
          </p:cNvPr>
          <p:cNvSpPr/>
          <p:nvPr/>
        </p:nvSpPr>
        <p:spPr>
          <a:xfrm>
            <a:off x="3727325" y="407894"/>
            <a:ext cx="2846291" cy="22456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019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351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E47ED03-23A5-690E-03FF-119CC8AD0A44}"/>
              </a:ext>
            </a:extLst>
          </p:cNvPr>
          <p:cNvSpPr/>
          <p:nvPr/>
        </p:nvSpPr>
        <p:spPr>
          <a:xfrm>
            <a:off x="753035" y="448235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CE10EC0-66A1-5BF2-30F5-B9931D58AB1E}"/>
              </a:ext>
            </a:extLst>
          </p:cNvPr>
          <p:cNvSpPr/>
          <p:nvPr/>
        </p:nvSpPr>
        <p:spPr>
          <a:xfrm>
            <a:off x="2034988" y="1183341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6B32F513-3343-3E05-F9D9-75D6F0F41108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1488141" y="815788"/>
            <a:ext cx="546847" cy="7351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FD8DB8F-8734-D37D-4AC0-ED83E96F918C}"/>
              </a:ext>
            </a:extLst>
          </p:cNvPr>
          <p:cNvSpPr/>
          <p:nvPr/>
        </p:nvSpPr>
        <p:spPr>
          <a:xfrm>
            <a:off x="3482790" y="226732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A8120EC-079A-201A-EBA4-8DBDF4883A27}"/>
              </a:ext>
            </a:extLst>
          </p:cNvPr>
          <p:cNvSpPr/>
          <p:nvPr/>
        </p:nvSpPr>
        <p:spPr>
          <a:xfrm>
            <a:off x="4110319" y="1404844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D2B469D0-9379-D968-129F-FBCD447A935C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H="1">
            <a:off x="4110319" y="594285"/>
            <a:ext cx="107577" cy="1178112"/>
          </a:xfrm>
          <a:prstGeom prst="bentConnector5">
            <a:avLst>
              <a:gd name="adj1" fmla="val -212499"/>
              <a:gd name="adj2" fmla="val 50000"/>
              <a:gd name="adj3" fmla="val 3124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3F43810-DDA7-C2E8-69F1-AC0E6D200E40}"/>
              </a:ext>
            </a:extLst>
          </p:cNvPr>
          <p:cNvSpPr/>
          <p:nvPr/>
        </p:nvSpPr>
        <p:spPr>
          <a:xfrm>
            <a:off x="3962403" y="3548717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B2A80D9-35A6-7195-F662-5B93739E23F1}"/>
              </a:ext>
            </a:extLst>
          </p:cNvPr>
          <p:cNvSpPr/>
          <p:nvPr/>
        </p:nvSpPr>
        <p:spPr>
          <a:xfrm>
            <a:off x="3850343" y="2428128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8B172305-66BA-0968-8159-74EC9B88E215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 flipH="1" flipV="1">
            <a:off x="3850343" y="2795681"/>
            <a:ext cx="847166" cy="1120589"/>
          </a:xfrm>
          <a:prstGeom prst="bentConnector5">
            <a:avLst>
              <a:gd name="adj1" fmla="val -26984"/>
              <a:gd name="adj2" fmla="val 50000"/>
              <a:gd name="adj3" fmla="val 1269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6865884F-3F40-6BCB-B994-0986BDC0ECC9}"/>
              </a:ext>
            </a:extLst>
          </p:cNvPr>
          <p:cNvSpPr/>
          <p:nvPr/>
        </p:nvSpPr>
        <p:spPr>
          <a:xfrm>
            <a:off x="6871445" y="448235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CFCA7766-A8EB-BDAE-6855-30537E57F1D3}"/>
              </a:ext>
            </a:extLst>
          </p:cNvPr>
          <p:cNvSpPr/>
          <p:nvPr/>
        </p:nvSpPr>
        <p:spPr>
          <a:xfrm>
            <a:off x="5840499" y="1183341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8B359891-09B1-5587-F2C2-55D2BDA276BC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 flipH="1">
            <a:off x="5840499" y="815788"/>
            <a:ext cx="1766052" cy="735106"/>
          </a:xfrm>
          <a:prstGeom prst="bentConnector5">
            <a:avLst>
              <a:gd name="adj1" fmla="val -12944"/>
              <a:gd name="adj2" fmla="val 181098"/>
              <a:gd name="adj3" fmla="val 112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546E6A77-7476-84B2-3F58-1BABD6ADDDE3}"/>
              </a:ext>
            </a:extLst>
          </p:cNvPr>
          <p:cNvSpPr/>
          <p:nvPr/>
        </p:nvSpPr>
        <p:spPr>
          <a:xfrm>
            <a:off x="6871445" y="3528173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24EF723D-2D3C-007D-3FCF-B322D77948C5}"/>
              </a:ext>
            </a:extLst>
          </p:cNvPr>
          <p:cNvSpPr/>
          <p:nvPr/>
        </p:nvSpPr>
        <p:spPr>
          <a:xfrm>
            <a:off x="5768786" y="3066116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2375127A-9043-443F-9535-1A7845D35D37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H="1" flipV="1">
            <a:off x="5768786" y="3433669"/>
            <a:ext cx="1837765" cy="462057"/>
          </a:xfrm>
          <a:prstGeom prst="bentConnector5">
            <a:avLst>
              <a:gd name="adj1" fmla="val -12439"/>
              <a:gd name="adj2" fmla="val 229022"/>
              <a:gd name="adj3" fmla="val 1124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1DE54D87-69D9-21A2-A501-7874DEF3ECA6}"/>
              </a:ext>
            </a:extLst>
          </p:cNvPr>
          <p:cNvSpPr/>
          <p:nvPr/>
        </p:nvSpPr>
        <p:spPr>
          <a:xfrm>
            <a:off x="788894" y="3429000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4E05CEA3-69D6-F3BD-85BE-B113593D5EC8}"/>
              </a:ext>
            </a:extLst>
          </p:cNvPr>
          <p:cNvSpPr/>
          <p:nvPr/>
        </p:nvSpPr>
        <p:spPr>
          <a:xfrm>
            <a:off x="2196350" y="2693894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7E52C38D-BB0A-ABB6-98BE-98EF495FF296}"/>
              </a:ext>
            </a:extLst>
          </p:cNvPr>
          <p:cNvCxnSpPr>
            <a:stCxn id="51" idx="3"/>
            <a:endCxn id="52" idx="1"/>
          </p:cNvCxnSpPr>
          <p:nvPr/>
        </p:nvCxnSpPr>
        <p:spPr>
          <a:xfrm flipV="1">
            <a:off x="1524000" y="3061447"/>
            <a:ext cx="672350" cy="7351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55904B52-77C8-0C0B-A132-76BE6F173277}"/>
              </a:ext>
            </a:extLst>
          </p:cNvPr>
          <p:cNvSpPr/>
          <p:nvPr/>
        </p:nvSpPr>
        <p:spPr>
          <a:xfrm>
            <a:off x="340659" y="80682"/>
            <a:ext cx="2846291" cy="22456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917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3B881-96CF-FEF6-FFFC-AC3168DB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1680F5A-D2FF-C9EC-4667-B102CA846FE2}"/>
              </a:ext>
            </a:extLst>
          </p:cNvPr>
          <p:cNvSpPr/>
          <p:nvPr/>
        </p:nvSpPr>
        <p:spPr>
          <a:xfrm>
            <a:off x="753035" y="448235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0C79E4C-20F7-1C85-DB91-751303856114}"/>
              </a:ext>
            </a:extLst>
          </p:cNvPr>
          <p:cNvSpPr/>
          <p:nvPr/>
        </p:nvSpPr>
        <p:spPr>
          <a:xfrm>
            <a:off x="2034988" y="1183341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4EB2D636-762A-8AB2-8F81-D6E02DCF6512}"/>
              </a:ext>
            </a:extLst>
          </p:cNvPr>
          <p:cNvCxnSpPr>
            <a:cxnSpLocks/>
            <a:stCxn id="16" idx="3"/>
            <a:endCxn id="17" idx="0"/>
          </p:cNvCxnSpPr>
          <p:nvPr/>
        </p:nvCxnSpPr>
        <p:spPr>
          <a:xfrm>
            <a:off x="1488141" y="815788"/>
            <a:ext cx="914400" cy="3675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04184EF-7AC2-4C90-0C89-0003912CE4F2}"/>
              </a:ext>
            </a:extLst>
          </p:cNvPr>
          <p:cNvSpPr/>
          <p:nvPr/>
        </p:nvSpPr>
        <p:spPr>
          <a:xfrm>
            <a:off x="3962400" y="448235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237F950-7125-3C58-046E-D8E48455E679}"/>
              </a:ext>
            </a:extLst>
          </p:cNvPr>
          <p:cNvSpPr/>
          <p:nvPr/>
        </p:nvSpPr>
        <p:spPr>
          <a:xfrm>
            <a:off x="4087906" y="1550894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コネクタ: カギ線 5">
            <a:extLst>
              <a:ext uri="{FF2B5EF4-FFF2-40B4-BE49-F238E27FC236}">
                <a16:creationId xmlns:a16="http://schemas.microsoft.com/office/drawing/2014/main" id="{DFBA0A46-AF56-D311-6052-37F369D27E14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4455459" y="815788"/>
            <a:ext cx="242047" cy="735106"/>
          </a:xfrm>
          <a:prstGeom prst="bentConnector4">
            <a:avLst>
              <a:gd name="adj1" fmla="val -94444"/>
              <a:gd name="adj2" fmla="val 75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6D48890-A315-589A-97C0-66E8E94044FF}"/>
              </a:ext>
            </a:extLst>
          </p:cNvPr>
          <p:cNvSpPr/>
          <p:nvPr/>
        </p:nvSpPr>
        <p:spPr>
          <a:xfrm>
            <a:off x="7001435" y="735105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3931EAC-E57B-911D-9F3F-E21844804EBE}"/>
              </a:ext>
            </a:extLst>
          </p:cNvPr>
          <p:cNvSpPr/>
          <p:nvPr/>
        </p:nvSpPr>
        <p:spPr>
          <a:xfrm>
            <a:off x="6096000" y="1470211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057B72C6-D4B5-F390-E0A9-EBBB8B983F9C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 flipH="1">
            <a:off x="6463553" y="1102658"/>
            <a:ext cx="1272988" cy="367553"/>
          </a:xfrm>
          <a:prstGeom prst="bentConnector4">
            <a:avLst>
              <a:gd name="adj1" fmla="val -17958"/>
              <a:gd name="adj2" fmla="val -1621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CA92264-3FAD-32E2-8C72-ADE31CBD89CE}"/>
              </a:ext>
            </a:extLst>
          </p:cNvPr>
          <p:cNvSpPr/>
          <p:nvPr/>
        </p:nvSpPr>
        <p:spPr>
          <a:xfrm>
            <a:off x="753035" y="3931023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F415333-2019-AD0E-ACF1-1526AA5F64ED}"/>
              </a:ext>
            </a:extLst>
          </p:cNvPr>
          <p:cNvSpPr/>
          <p:nvPr/>
        </p:nvSpPr>
        <p:spPr>
          <a:xfrm>
            <a:off x="2232211" y="3285564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502BB421-8DF2-8D7A-0671-19D007940D70}"/>
              </a:ext>
            </a:extLst>
          </p:cNvPr>
          <p:cNvCxnSpPr>
            <a:cxnSpLocks/>
            <a:stCxn id="12" idx="3"/>
            <a:endCxn id="13" idx="0"/>
          </p:cNvCxnSpPr>
          <p:nvPr/>
        </p:nvCxnSpPr>
        <p:spPr>
          <a:xfrm flipV="1">
            <a:off x="1488141" y="3285564"/>
            <a:ext cx="1111623" cy="1013012"/>
          </a:xfrm>
          <a:prstGeom prst="bentConnector4">
            <a:avLst>
              <a:gd name="adj1" fmla="val 33468"/>
              <a:gd name="adj2" fmla="val 1225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6EDA3CA-5057-90A6-06B6-513793DC8F0B}"/>
              </a:ext>
            </a:extLst>
          </p:cNvPr>
          <p:cNvSpPr/>
          <p:nvPr/>
        </p:nvSpPr>
        <p:spPr>
          <a:xfrm>
            <a:off x="3442447" y="4069976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133BB94-B941-2ABB-DCAC-5F7C14FD08A2}"/>
              </a:ext>
            </a:extLst>
          </p:cNvPr>
          <p:cNvSpPr/>
          <p:nvPr/>
        </p:nvSpPr>
        <p:spPr>
          <a:xfrm>
            <a:off x="3962400" y="2918011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77229B1F-6250-1DDC-31FC-6461038F55D1}"/>
              </a:ext>
            </a:extLst>
          </p:cNvPr>
          <p:cNvCxnSpPr>
            <a:cxnSpLocks/>
            <a:stCxn id="19" idx="3"/>
            <a:endCxn id="23" idx="0"/>
          </p:cNvCxnSpPr>
          <p:nvPr/>
        </p:nvCxnSpPr>
        <p:spPr>
          <a:xfrm flipV="1">
            <a:off x="4177553" y="2918011"/>
            <a:ext cx="152400" cy="1519518"/>
          </a:xfrm>
          <a:prstGeom prst="bentConnector4">
            <a:avLst>
              <a:gd name="adj1" fmla="val 491177"/>
              <a:gd name="adj2" fmla="val 1150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DB9496A-82B4-530F-9C35-2A2B15CC35C7}"/>
              </a:ext>
            </a:extLst>
          </p:cNvPr>
          <p:cNvSpPr/>
          <p:nvPr/>
        </p:nvSpPr>
        <p:spPr>
          <a:xfrm>
            <a:off x="340659" y="80682"/>
            <a:ext cx="3209365" cy="22456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4045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344F9-72ED-0E07-FD63-8FB15A89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099E623-0FCC-043C-A164-07DE2853AAEA}"/>
              </a:ext>
            </a:extLst>
          </p:cNvPr>
          <p:cNvSpPr/>
          <p:nvPr/>
        </p:nvSpPr>
        <p:spPr>
          <a:xfrm>
            <a:off x="753035" y="448235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DBA8262-B0BF-2936-FB47-43F9CDB66006}"/>
              </a:ext>
            </a:extLst>
          </p:cNvPr>
          <p:cNvSpPr/>
          <p:nvPr/>
        </p:nvSpPr>
        <p:spPr>
          <a:xfrm>
            <a:off x="2034988" y="1183341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3BC6449D-7515-879F-15D3-8CBF8EA44662}"/>
              </a:ext>
            </a:extLst>
          </p:cNvPr>
          <p:cNvCxnSpPr>
            <a:cxnSpLocks/>
            <a:stCxn id="16" idx="3"/>
            <a:endCxn id="17" idx="3"/>
          </p:cNvCxnSpPr>
          <p:nvPr/>
        </p:nvCxnSpPr>
        <p:spPr>
          <a:xfrm>
            <a:off x="1488141" y="815788"/>
            <a:ext cx="1281953" cy="735106"/>
          </a:xfrm>
          <a:prstGeom prst="bentConnector3">
            <a:avLst>
              <a:gd name="adj1" fmla="val 1178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4E8392-B7C4-B08E-F910-535220711718}"/>
              </a:ext>
            </a:extLst>
          </p:cNvPr>
          <p:cNvSpPr/>
          <p:nvPr/>
        </p:nvSpPr>
        <p:spPr>
          <a:xfrm>
            <a:off x="4616824" y="968188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C2C26DF-130F-73B6-0399-7A8FE5CD08C0}"/>
              </a:ext>
            </a:extLst>
          </p:cNvPr>
          <p:cNvSpPr/>
          <p:nvPr/>
        </p:nvSpPr>
        <p:spPr>
          <a:xfrm>
            <a:off x="3433483" y="1183341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8EBD8B82-351F-5FA3-7042-975E27BB74FB}"/>
              </a:ext>
            </a:extLst>
          </p:cNvPr>
          <p:cNvCxnSpPr>
            <a:cxnSpLocks/>
            <a:stCxn id="3" idx="3"/>
            <a:endCxn id="7" idx="3"/>
          </p:cNvCxnSpPr>
          <p:nvPr/>
        </p:nvCxnSpPr>
        <p:spPr>
          <a:xfrm flipH="1">
            <a:off x="4168589" y="1335741"/>
            <a:ext cx="1183341" cy="215153"/>
          </a:xfrm>
          <a:prstGeom prst="bentConnector5">
            <a:avLst>
              <a:gd name="adj1" fmla="val -19318"/>
              <a:gd name="adj2" fmla="val 277083"/>
              <a:gd name="adj3" fmla="val 810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D51855A-6451-04FA-5E03-F80DC095953A}"/>
              </a:ext>
            </a:extLst>
          </p:cNvPr>
          <p:cNvSpPr/>
          <p:nvPr/>
        </p:nvSpPr>
        <p:spPr>
          <a:xfrm>
            <a:off x="2115671" y="3630706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42BEA40-EBAB-6DC6-7D04-B85D9BB0B86D}"/>
              </a:ext>
            </a:extLst>
          </p:cNvPr>
          <p:cNvSpPr/>
          <p:nvPr/>
        </p:nvSpPr>
        <p:spPr>
          <a:xfrm>
            <a:off x="860614" y="2940423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27C8B183-453F-1A49-1B32-2647802B9CD1}"/>
              </a:ext>
            </a:extLst>
          </p:cNvPr>
          <p:cNvCxnSpPr>
            <a:cxnSpLocks/>
            <a:stCxn id="22" idx="3"/>
            <a:endCxn id="25" idx="3"/>
          </p:cNvCxnSpPr>
          <p:nvPr/>
        </p:nvCxnSpPr>
        <p:spPr>
          <a:xfrm flipH="1" flipV="1">
            <a:off x="1595720" y="3307976"/>
            <a:ext cx="1255057" cy="690283"/>
          </a:xfrm>
          <a:prstGeom prst="bentConnector3">
            <a:avLst>
              <a:gd name="adj1" fmla="val -182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3D4E059-6573-96A5-92CD-6E8B8B3C3091}"/>
              </a:ext>
            </a:extLst>
          </p:cNvPr>
          <p:cNvSpPr/>
          <p:nvPr/>
        </p:nvSpPr>
        <p:spPr>
          <a:xfrm>
            <a:off x="4840940" y="3630706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AEDED90A-F878-F37E-4BBA-5DA71F6B0BC7}"/>
              </a:ext>
            </a:extLst>
          </p:cNvPr>
          <p:cNvSpPr/>
          <p:nvPr/>
        </p:nvSpPr>
        <p:spPr>
          <a:xfrm>
            <a:off x="3478305" y="3307976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8AC6FC00-AEFB-AF3C-399F-02D295986DCC}"/>
              </a:ext>
            </a:extLst>
          </p:cNvPr>
          <p:cNvCxnSpPr>
            <a:cxnSpLocks/>
            <a:stCxn id="28" idx="3"/>
            <a:endCxn id="29" idx="3"/>
          </p:cNvCxnSpPr>
          <p:nvPr/>
        </p:nvCxnSpPr>
        <p:spPr>
          <a:xfrm flipH="1" flipV="1">
            <a:off x="4213411" y="3675529"/>
            <a:ext cx="1362635" cy="322730"/>
          </a:xfrm>
          <a:prstGeom prst="bentConnector5">
            <a:avLst>
              <a:gd name="adj1" fmla="val -16776"/>
              <a:gd name="adj2" fmla="val 254166"/>
              <a:gd name="adj3" fmla="val 7697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F8A2597-8318-DDB1-83B4-152533B2AC5F}"/>
              </a:ext>
            </a:extLst>
          </p:cNvPr>
          <p:cNvSpPr/>
          <p:nvPr/>
        </p:nvSpPr>
        <p:spPr>
          <a:xfrm>
            <a:off x="340659" y="80682"/>
            <a:ext cx="2846291" cy="22456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B2F3470-7435-8709-9D6D-2F3C2FE60F41}"/>
              </a:ext>
            </a:extLst>
          </p:cNvPr>
          <p:cNvSpPr/>
          <p:nvPr/>
        </p:nvSpPr>
        <p:spPr>
          <a:xfrm>
            <a:off x="8686800" y="815788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F58DB0B-9B2D-DBE2-EA53-70B3C7B9EE28}"/>
              </a:ext>
            </a:extLst>
          </p:cNvPr>
          <p:cNvSpPr/>
          <p:nvPr/>
        </p:nvSpPr>
        <p:spPr>
          <a:xfrm>
            <a:off x="9968753" y="1550894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A6417E4F-121E-791A-EABA-8F91B79C0560}"/>
              </a:ext>
            </a:extLst>
          </p:cNvPr>
          <p:cNvCxnSpPr>
            <a:cxnSpLocks/>
            <a:stCxn id="34" idx="0"/>
            <a:endCxn id="35" idx="0"/>
          </p:cNvCxnSpPr>
          <p:nvPr/>
        </p:nvCxnSpPr>
        <p:spPr>
          <a:xfrm rot="16200000" flipH="1">
            <a:off x="9327776" y="542365"/>
            <a:ext cx="735106" cy="1281953"/>
          </a:xfrm>
          <a:prstGeom prst="bentConnector3">
            <a:avLst>
              <a:gd name="adj1" fmla="val -310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A3E6135-13E7-5259-6455-9130B00A4D10}"/>
              </a:ext>
            </a:extLst>
          </p:cNvPr>
          <p:cNvSpPr/>
          <p:nvPr/>
        </p:nvSpPr>
        <p:spPr>
          <a:xfrm>
            <a:off x="8358592" y="216148"/>
            <a:ext cx="2846291" cy="22456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2856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622BD-5BE3-D205-52CB-9C6F5E50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5DFB137-4505-2139-4AA4-F5E9C0B79BA7}"/>
              </a:ext>
            </a:extLst>
          </p:cNvPr>
          <p:cNvSpPr/>
          <p:nvPr/>
        </p:nvSpPr>
        <p:spPr>
          <a:xfrm>
            <a:off x="708212" y="2079812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CF9F29E-DD32-0E7D-DF3A-F37528A2565E}"/>
              </a:ext>
            </a:extLst>
          </p:cNvPr>
          <p:cNvSpPr/>
          <p:nvPr/>
        </p:nvSpPr>
        <p:spPr>
          <a:xfrm>
            <a:off x="2034988" y="1183341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E46B42FB-C316-2A2F-3DC2-59DD11EE0D2F}"/>
              </a:ext>
            </a:extLst>
          </p:cNvPr>
          <p:cNvCxnSpPr>
            <a:cxnSpLocks/>
            <a:stCxn id="16" idx="3"/>
            <a:endCxn id="17" idx="2"/>
          </p:cNvCxnSpPr>
          <p:nvPr/>
        </p:nvCxnSpPr>
        <p:spPr>
          <a:xfrm flipV="1">
            <a:off x="1443318" y="1918447"/>
            <a:ext cx="959223" cy="5289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4F5AFFA-9DC8-282E-4A16-8FCDA48F86E7}"/>
              </a:ext>
            </a:extLst>
          </p:cNvPr>
          <p:cNvSpPr/>
          <p:nvPr/>
        </p:nvSpPr>
        <p:spPr>
          <a:xfrm>
            <a:off x="3478306" y="1918447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C80B628-191F-AAF6-4DB2-523D5A73EAC2}"/>
              </a:ext>
            </a:extLst>
          </p:cNvPr>
          <p:cNvSpPr/>
          <p:nvPr/>
        </p:nvSpPr>
        <p:spPr>
          <a:xfrm>
            <a:off x="5208494" y="2447365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B4B4A28C-97A4-DC30-4756-6E8BD8C53232}"/>
              </a:ext>
            </a:extLst>
          </p:cNvPr>
          <p:cNvCxnSpPr>
            <a:cxnSpLocks/>
            <a:stCxn id="6" idx="3"/>
            <a:endCxn id="8" idx="2"/>
          </p:cNvCxnSpPr>
          <p:nvPr/>
        </p:nvCxnSpPr>
        <p:spPr>
          <a:xfrm>
            <a:off x="4213412" y="2286000"/>
            <a:ext cx="1362635" cy="896471"/>
          </a:xfrm>
          <a:prstGeom prst="bentConnector4">
            <a:avLst>
              <a:gd name="adj1" fmla="val 36513"/>
              <a:gd name="adj2" fmla="val 1255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27711F9-08E4-970B-7D28-9046EEAD4A57}"/>
              </a:ext>
            </a:extLst>
          </p:cNvPr>
          <p:cNvSpPr/>
          <p:nvPr/>
        </p:nvSpPr>
        <p:spPr>
          <a:xfrm>
            <a:off x="6741459" y="1550894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4CF1AD8-3A98-D765-6627-0DA02A8F419E}"/>
              </a:ext>
            </a:extLst>
          </p:cNvPr>
          <p:cNvSpPr/>
          <p:nvPr/>
        </p:nvSpPr>
        <p:spPr>
          <a:xfrm>
            <a:off x="6938682" y="3061447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9558FB94-2088-527E-792B-9F597E8D685D}"/>
              </a:ext>
            </a:extLst>
          </p:cNvPr>
          <p:cNvCxnSpPr>
            <a:cxnSpLocks/>
            <a:stCxn id="12" idx="3"/>
            <a:endCxn id="13" idx="2"/>
          </p:cNvCxnSpPr>
          <p:nvPr/>
        </p:nvCxnSpPr>
        <p:spPr>
          <a:xfrm flipH="1">
            <a:off x="7306235" y="1918447"/>
            <a:ext cx="170330" cy="1878106"/>
          </a:xfrm>
          <a:prstGeom prst="bentConnector4">
            <a:avLst>
              <a:gd name="adj1" fmla="val -249999"/>
              <a:gd name="adj2" fmla="val 11217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279411F-D0B6-20D2-82C3-D9BA74CE770A}"/>
              </a:ext>
            </a:extLst>
          </p:cNvPr>
          <p:cNvSpPr/>
          <p:nvPr/>
        </p:nvSpPr>
        <p:spPr>
          <a:xfrm>
            <a:off x="1452283" y="4657166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742A2BB-791C-21B6-FAEE-0360CF030971}"/>
              </a:ext>
            </a:extLst>
          </p:cNvPr>
          <p:cNvSpPr/>
          <p:nvPr/>
        </p:nvSpPr>
        <p:spPr>
          <a:xfrm>
            <a:off x="340659" y="3675530"/>
            <a:ext cx="735106" cy="735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6A33A0D9-66F1-4A67-0FE7-E605005C8587}"/>
              </a:ext>
            </a:extLst>
          </p:cNvPr>
          <p:cNvCxnSpPr>
            <a:cxnSpLocks/>
            <a:stCxn id="19" idx="3"/>
            <a:endCxn id="20" idx="2"/>
          </p:cNvCxnSpPr>
          <p:nvPr/>
        </p:nvCxnSpPr>
        <p:spPr>
          <a:xfrm flipH="1" flipV="1">
            <a:off x="708212" y="4410636"/>
            <a:ext cx="1479177" cy="614083"/>
          </a:xfrm>
          <a:prstGeom prst="bentConnector4">
            <a:avLst>
              <a:gd name="adj1" fmla="val -15455"/>
              <a:gd name="adj2" fmla="val 799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AF2C339-8602-0342-0297-59E845D06C15}"/>
              </a:ext>
            </a:extLst>
          </p:cNvPr>
          <p:cNvSpPr/>
          <p:nvPr/>
        </p:nvSpPr>
        <p:spPr>
          <a:xfrm>
            <a:off x="324972" y="815788"/>
            <a:ext cx="2846291" cy="22456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1899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3075E8C6CBD547BF1B222460B926B9" ma:contentTypeVersion="12" ma:contentTypeDescription="Create a new document." ma:contentTypeScope="" ma:versionID="104c76e4e7541873b73082d4e3424d13">
  <xsd:schema xmlns:xsd="http://www.w3.org/2001/XMLSchema" xmlns:xs="http://www.w3.org/2001/XMLSchema" xmlns:p="http://schemas.microsoft.com/office/2006/metadata/properties" xmlns:ns2="47020ade-656a-4eae-95f6-b7d503715e26" xmlns:ns3="661c9968-fd22-464a-8458-119ece1d7be7" targetNamespace="http://schemas.microsoft.com/office/2006/metadata/properties" ma:root="true" ma:fieldsID="b623e354c4d53da88dc8284c5c55493a" ns2:_="" ns3:_="">
    <xsd:import namespace="47020ade-656a-4eae-95f6-b7d503715e26"/>
    <xsd:import namespace="661c9968-fd22-464a-8458-119ece1d7b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20ade-656a-4eae-95f6-b7d503715e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fb59fc0-f53e-437d-a883-39c3c53fda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1c9968-fd22-464a-8458-119ece1d7be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0ba900-0dcf-413b-a8b2-c649ee6f8ff1}" ma:internalName="TaxCatchAll" ma:showField="CatchAllData" ma:web="661c9968-fd22-464a-8458-119ece1d7b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020ade-656a-4eae-95f6-b7d503715e26">
      <Terms xmlns="http://schemas.microsoft.com/office/infopath/2007/PartnerControls"/>
    </lcf76f155ced4ddcb4097134ff3c332f>
    <TaxCatchAll xmlns="661c9968-fd22-464a-8458-119ece1d7be7" xsi:nil="true"/>
  </documentManagement>
</p:properties>
</file>

<file path=customXml/itemProps1.xml><?xml version="1.0" encoding="utf-8"?>
<ds:datastoreItem xmlns:ds="http://schemas.openxmlformats.org/officeDocument/2006/customXml" ds:itemID="{D0103522-52F2-402E-8D87-C51D098ED2A8}">
  <ds:schemaRefs>
    <ds:schemaRef ds:uri="47020ade-656a-4eae-95f6-b7d503715e26"/>
    <ds:schemaRef ds:uri="661c9968-fd22-464a-8458-119ece1d7b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A9D6626-3B54-494B-B8FB-2742AA8367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30EB3A-9920-49B6-B4B9-C2437C63882D}">
  <ds:schemaRefs>
    <ds:schemaRef ds:uri="47020ade-656a-4eae-95f6-b7d503715e26"/>
    <ds:schemaRef ds:uri="661c9968-fd22-464a-8458-119ece1d7be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テーマ</vt:lpstr>
      <vt:lpstr>Extreme Programing</vt:lpstr>
      <vt:lpstr>大抵のシステム開発での課題</vt:lpstr>
      <vt:lpstr>5つの価値を大事にします</vt:lpstr>
      <vt:lpstr>Extreme programming practice</vt:lpstr>
      <vt:lpstr>今回開発する環境</vt:lpstr>
      <vt:lpstr>UML図一例</vt:lpstr>
      <vt:lpstr>我々はこの2つのDocumentでCodeを定義します</vt:lpstr>
      <vt:lpstr>我々はこの2つのDocumentでCodeを定義します</vt:lpstr>
      <vt:lpstr>DocFX</vt:lpstr>
      <vt:lpstr>PlantUML</vt:lpstr>
      <vt:lpstr>TDD(Test Driven Development)</vt:lpstr>
      <vt:lpstr>ペアプログラミング</vt:lpstr>
      <vt:lpstr>Coding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NORITO</dc:creator>
  <cp:revision>1</cp:revision>
  <dcterms:created xsi:type="dcterms:W3CDTF">2021-01-13T05:02:44Z</dcterms:created>
  <dcterms:modified xsi:type="dcterms:W3CDTF">2026-01-27T05:50:53Z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0x010100793075E8C6CBD547BF1B222460B926B9</vt:lpwstr>
  </property>
  <property fmtid="{D5CDD505-2E9C-101B-9397-08002B2CF9AE}" pid="3" name="MediaServiceImageTags">
    <vt:lpwstr/>
  </property>
</Properties>
</file>